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64" r:id="rId3"/>
    <p:sldId id="265" r:id="rId4"/>
    <p:sldId id="256" r:id="rId5"/>
    <p:sldId id="262" r:id="rId6"/>
    <p:sldId id="257" r:id="rId7"/>
    <p:sldId id="258" r:id="rId8"/>
    <p:sldId id="267" r:id="rId9"/>
    <p:sldId id="268" r:id="rId10"/>
    <p:sldId id="269" r:id="rId11"/>
    <p:sldId id="259" r:id="rId12"/>
    <p:sldId id="260" r:id="rId13"/>
    <p:sldId id="263" r:id="rId14"/>
    <p:sldId id="261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AF5B87-61AA-9885-3419-60D44F09D8C2}" v="19" dt="2025-10-07T00:32:23.5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667"/>
  </p:normalViewPr>
  <p:slideViewPr>
    <p:cSldViewPr snapToGrid="0" snapToObjects="1">
      <p:cViewPr varScale="1">
        <p:scale>
          <a:sx n="84" d="100"/>
          <a:sy n="84" d="100"/>
        </p:scale>
        <p:origin x="159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hyperlink" Target="https://actagastro.org/aplicacion/app-store-icon/" TargetMode="External"/><Relationship Id="rId13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10.svg"/><Relationship Id="rId2" Type="http://schemas.openxmlformats.org/officeDocument/2006/relationships/hyperlink" Target="https://docs.flutter.dev/cookbook?ref=nodereal.ghost.io" TargetMode="External"/><Relationship Id="rId1" Type="http://schemas.openxmlformats.org/officeDocument/2006/relationships/image" Target="../media/image3.png"/><Relationship Id="rId6" Type="http://schemas.openxmlformats.org/officeDocument/2006/relationships/hyperlink" Target="https://th.m.wikipedia.org/wiki/%E0%B9%84%E0%B8%9F%E0%B8%A5%E0%B9%8C:Safari_browser_logo.svg" TargetMode="External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0" Type="http://schemas.openxmlformats.org/officeDocument/2006/relationships/image" Target="../media/image8.svg"/><Relationship Id="rId4" Type="http://schemas.openxmlformats.org/officeDocument/2006/relationships/hyperlink" Target="https://www.lioman.de/2015/08/android-kontakte-aus-einem-nandroid-backup-extrahieren/" TargetMode="External"/><Relationship Id="rId9" Type="http://schemas.openxmlformats.org/officeDocument/2006/relationships/image" Target="../media/image7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hyperlink" Target="https://actagastro.org/aplicacion/app-store-icon/" TargetMode="External"/><Relationship Id="rId13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10.svg"/><Relationship Id="rId2" Type="http://schemas.openxmlformats.org/officeDocument/2006/relationships/hyperlink" Target="https://docs.flutter.dev/cookbook?ref=nodereal.ghost.io" TargetMode="External"/><Relationship Id="rId1" Type="http://schemas.openxmlformats.org/officeDocument/2006/relationships/image" Target="../media/image3.png"/><Relationship Id="rId6" Type="http://schemas.openxmlformats.org/officeDocument/2006/relationships/hyperlink" Target="https://th.m.wikipedia.org/wiki/%E0%B9%84%E0%B8%9F%E0%B8%A5%E0%B9%8C:Safari_browser_logo.svg" TargetMode="External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0" Type="http://schemas.openxmlformats.org/officeDocument/2006/relationships/image" Target="../media/image8.svg"/><Relationship Id="rId4" Type="http://schemas.openxmlformats.org/officeDocument/2006/relationships/hyperlink" Target="https://www.lioman.de/2015/08/android-kontakte-aus-einem-nandroid-backup-extrahieren/" TargetMode="External"/><Relationship Id="rId9" Type="http://schemas.openxmlformats.org/officeDocument/2006/relationships/image" Target="../media/image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5_2">
  <dgm:title val=""/>
  <dgm:desc val=""/>
  <dgm:catLst>
    <dgm:cat type="accent5" pri="15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2BB31F-7972-4352-9BF8-9C8A4B534AA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5_2" csCatId="accent5" phldr="1"/>
      <dgm:spPr/>
      <dgm:t>
        <a:bodyPr/>
        <a:lstStyle/>
        <a:p>
          <a:endParaRPr lang="en-US"/>
        </a:p>
      </dgm:t>
    </dgm:pt>
    <dgm:pt modelId="{734B0E8B-F3C1-426B-BACA-484F77349B48}">
      <dgm:prSet/>
      <dgm:spPr/>
      <dgm:t>
        <a:bodyPr/>
        <a:lstStyle/>
        <a:p>
          <a:r>
            <a:rPr lang="en-US"/>
            <a:t>Android App </a:t>
          </a:r>
        </a:p>
      </dgm:t>
    </dgm:pt>
    <dgm:pt modelId="{5A409041-7D60-4A55-BF2F-285C41F715B1}" type="parTrans" cxnId="{AC111235-5758-4817-8A8C-31E7B633DCD3}">
      <dgm:prSet/>
      <dgm:spPr/>
      <dgm:t>
        <a:bodyPr/>
        <a:lstStyle/>
        <a:p>
          <a:endParaRPr lang="en-US"/>
        </a:p>
      </dgm:t>
    </dgm:pt>
    <dgm:pt modelId="{7B66A4AC-E390-4143-BACD-9EB9B3A1E581}" type="sibTrans" cxnId="{AC111235-5758-4817-8A8C-31E7B633DCD3}">
      <dgm:prSet/>
      <dgm:spPr/>
      <dgm:t>
        <a:bodyPr/>
        <a:lstStyle/>
        <a:p>
          <a:endParaRPr lang="en-US"/>
        </a:p>
      </dgm:t>
    </dgm:pt>
    <dgm:pt modelId="{1B027300-4855-4F87-B8E9-12486B8FA479}">
      <dgm:prSet/>
      <dgm:spPr/>
      <dgm:t>
        <a:bodyPr/>
        <a:lstStyle/>
        <a:p>
          <a:r>
            <a:rPr lang="en-US"/>
            <a:t>Web App </a:t>
          </a:r>
        </a:p>
      </dgm:t>
    </dgm:pt>
    <dgm:pt modelId="{73C88E54-B80D-4AAA-B783-77277FE23B40}" type="parTrans" cxnId="{D6E05392-F37E-445A-9B83-4313C8EE166A}">
      <dgm:prSet/>
      <dgm:spPr/>
      <dgm:t>
        <a:bodyPr/>
        <a:lstStyle/>
        <a:p>
          <a:endParaRPr lang="en-US"/>
        </a:p>
      </dgm:t>
    </dgm:pt>
    <dgm:pt modelId="{8F6F8CA7-EB5C-40CB-8056-AEF8FE060FF9}" type="sibTrans" cxnId="{D6E05392-F37E-445A-9B83-4313C8EE166A}">
      <dgm:prSet/>
      <dgm:spPr/>
      <dgm:t>
        <a:bodyPr/>
        <a:lstStyle/>
        <a:p>
          <a:endParaRPr lang="en-US"/>
        </a:p>
      </dgm:t>
    </dgm:pt>
    <dgm:pt modelId="{7F656FF2-6CDF-42A8-926D-4030E9D2563B}">
      <dgm:prSet/>
      <dgm:spPr/>
      <dgm:t>
        <a:bodyPr/>
        <a:lstStyle/>
        <a:p>
          <a:r>
            <a:rPr lang="en-US"/>
            <a:t>iOS App</a:t>
          </a:r>
        </a:p>
      </dgm:t>
    </dgm:pt>
    <dgm:pt modelId="{6E14205A-10A9-435C-8563-245F85E5BF79}" type="parTrans" cxnId="{F764342D-F4FF-486F-9060-CFC9B4B89618}">
      <dgm:prSet/>
      <dgm:spPr/>
      <dgm:t>
        <a:bodyPr/>
        <a:lstStyle/>
        <a:p>
          <a:endParaRPr lang="en-US"/>
        </a:p>
      </dgm:t>
    </dgm:pt>
    <dgm:pt modelId="{9141FF07-4529-44FB-97CA-9267E4A3E715}" type="sibTrans" cxnId="{F764342D-F4FF-486F-9060-CFC9B4B89618}">
      <dgm:prSet/>
      <dgm:spPr/>
      <dgm:t>
        <a:bodyPr/>
        <a:lstStyle/>
        <a:p>
          <a:endParaRPr lang="en-US"/>
        </a:p>
      </dgm:t>
    </dgm:pt>
    <dgm:pt modelId="{2070B1F5-A970-4349-86D0-297232CB12D3}">
      <dgm:prSet/>
      <dgm:spPr/>
      <dgm:t>
        <a:bodyPr/>
        <a:lstStyle/>
        <a:p>
          <a:r>
            <a:rPr lang="en-US"/>
            <a:t>Real-time weather API integration</a:t>
          </a:r>
        </a:p>
      </dgm:t>
    </dgm:pt>
    <dgm:pt modelId="{15902AF3-0E7F-4245-81A8-27D1847F20A2}" type="parTrans" cxnId="{091B77FA-23D9-4EA3-88F3-ECF2E4DA52D4}">
      <dgm:prSet/>
      <dgm:spPr/>
      <dgm:t>
        <a:bodyPr/>
        <a:lstStyle/>
        <a:p>
          <a:endParaRPr lang="en-US"/>
        </a:p>
      </dgm:t>
    </dgm:pt>
    <dgm:pt modelId="{B90835A8-9082-4E58-8D86-11512D3E2A7F}" type="sibTrans" cxnId="{091B77FA-23D9-4EA3-88F3-ECF2E4DA52D4}">
      <dgm:prSet/>
      <dgm:spPr/>
      <dgm:t>
        <a:bodyPr/>
        <a:lstStyle/>
        <a:p>
          <a:endParaRPr lang="en-US"/>
        </a:p>
      </dgm:t>
    </dgm:pt>
    <dgm:pt modelId="{49D421DB-39E5-4E0D-8DDA-8A6B6715A565}">
      <dgm:prSet/>
      <dgm:spPr/>
      <dgm:t>
        <a:bodyPr/>
        <a:lstStyle/>
        <a:p>
          <a:r>
            <a:rPr lang="en-US"/>
            <a:t>Clean, easy-to-use interface</a:t>
          </a:r>
        </a:p>
      </dgm:t>
    </dgm:pt>
    <dgm:pt modelId="{9F25E159-C6DA-4CD7-955A-B82D416326BC}" type="parTrans" cxnId="{1211F3B6-518B-4D66-92F8-33649EF19AA3}">
      <dgm:prSet/>
      <dgm:spPr/>
      <dgm:t>
        <a:bodyPr/>
        <a:lstStyle/>
        <a:p>
          <a:endParaRPr lang="en-US"/>
        </a:p>
      </dgm:t>
    </dgm:pt>
    <dgm:pt modelId="{75D625FD-729D-40B2-9A48-1F1380841DFE}" type="sibTrans" cxnId="{1211F3B6-518B-4D66-92F8-33649EF19AA3}">
      <dgm:prSet/>
      <dgm:spPr/>
      <dgm:t>
        <a:bodyPr/>
        <a:lstStyle/>
        <a:p>
          <a:endParaRPr lang="en-US"/>
        </a:p>
      </dgm:t>
    </dgm:pt>
    <dgm:pt modelId="{2475100F-0CE7-A34C-9828-B6BB2211860F}">
      <dgm:prSet/>
      <dgm:spPr/>
      <dgm:t>
        <a:bodyPr/>
        <a:lstStyle/>
        <a:p>
          <a:r>
            <a:rPr lang="en-US"/>
            <a:t>Cross-platform: Built with Flutter</a:t>
          </a:r>
        </a:p>
      </dgm:t>
    </dgm:pt>
    <dgm:pt modelId="{3A680653-993E-7143-BB7E-8A3C80D378F8}" type="parTrans" cxnId="{40BF8F3E-1A24-1944-AB57-247003FD714F}">
      <dgm:prSet/>
      <dgm:spPr/>
      <dgm:t>
        <a:bodyPr/>
        <a:lstStyle/>
        <a:p>
          <a:endParaRPr lang="en-US"/>
        </a:p>
      </dgm:t>
    </dgm:pt>
    <dgm:pt modelId="{5634A63A-4B38-3248-865A-EF55035E6917}" type="sibTrans" cxnId="{40BF8F3E-1A24-1944-AB57-247003FD714F}">
      <dgm:prSet/>
      <dgm:spPr/>
      <dgm:t>
        <a:bodyPr/>
        <a:lstStyle/>
        <a:p>
          <a:endParaRPr lang="en-US"/>
        </a:p>
      </dgm:t>
    </dgm:pt>
    <dgm:pt modelId="{E2D5A2D7-9F20-8640-A943-DB05EE6EE9B2}">
      <dgm:prSet/>
      <dgm:spPr/>
      <dgm:t>
        <a:bodyPr/>
        <a:lstStyle/>
        <a:p>
          <a:r>
            <a:rPr lang="en-US"/>
            <a:t>Single  Sign-on &amp; data Synced across devices</a:t>
          </a:r>
        </a:p>
      </dgm:t>
    </dgm:pt>
    <dgm:pt modelId="{9644E743-C0C0-9140-A9B3-47FF2875E1C8}" type="parTrans" cxnId="{E39CE808-58CE-C649-AEAB-D00C62870165}">
      <dgm:prSet/>
      <dgm:spPr/>
      <dgm:t>
        <a:bodyPr/>
        <a:lstStyle/>
        <a:p>
          <a:endParaRPr lang="en-US"/>
        </a:p>
      </dgm:t>
    </dgm:pt>
    <dgm:pt modelId="{2270285E-E918-AF41-8089-AC95A87F4B58}" type="sibTrans" cxnId="{E39CE808-58CE-C649-AEAB-D00C62870165}">
      <dgm:prSet/>
      <dgm:spPr/>
      <dgm:t>
        <a:bodyPr/>
        <a:lstStyle/>
        <a:p>
          <a:endParaRPr lang="en-US"/>
        </a:p>
      </dgm:t>
    </dgm:pt>
    <dgm:pt modelId="{3AE01C63-0FF0-410C-9F32-3640AEA24F55}" type="pres">
      <dgm:prSet presAssocID="{DC2BB31F-7972-4352-9BF8-9C8A4B534AA4}" presName="root" presStyleCnt="0">
        <dgm:presLayoutVars>
          <dgm:dir/>
          <dgm:resizeHandles val="exact"/>
        </dgm:presLayoutVars>
      </dgm:prSet>
      <dgm:spPr/>
    </dgm:pt>
    <dgm:pt modelId="{9DA9CB0A-72C0-0E48-9B9D-5752D4D6B011}" type="pres">
      <dgm:prSet presAssocID="{2475100F-0CE7-A34C-9828-B6BB2211860F}" presName="compNode" presStyleCnt="0"/>
      <dgm:spPr/>
    </dgm:pt>
    <dgm:pt modelId="{D80548B0-0C35-F24B-8607-E7AEFCA9E5B4}" type="pres">
      <dgm:prSet presAssocID="{2475100F-0CE7-A34C-9828-B6BB2211860F}" presName="bgRect" presStyleLbl="bgShp" presStyleIdx="0" presStyleCnt="7"/>
      <dgm:spPr/>
    </dgm:pt>
    <dgm:pt modelId="{8F23C26E-F154-2749-A385-C6DCB55AE063}" type="pres">
      <dgm:prSet presAssocID="{2475100F-0CE7-A34C-9828-B6BB2211860F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6B27FEE4-8001-314D-BD3A-E2C7575778ED}" type="pres">
      <dgm:prSet presAssocID="{2475100F-0CE7-A34C-9828-B6BB2211860F}" presName="spaceRect" presStyleCnt="0"/>
      <dgm:spPr/>
    </dgm:pt>
    <dgm:pt modelId="{E6596245-6383-F94C-A5D2-94C8B8D7B1B6}" type="pres">
      <dgm:prSet presAssocID="{2475100F-0CE7-A34C-9828-B6BB2211860F}" presName="parTx" presStyleLbl="revTx" presStyleIdx="0" presStyleCnt="7">
        <dgm:presLayoutVars>
          <dgm:chMax val="0"/>
          <dgm:chPref val="0"/>
        </dgm:presLayoutVars>
      </dgm:prSet>
      <dgm:spPr/>
    </dgm:pt>
    <dgm:pt modelId="{46332940-661E-6A43-BA97-7E8211D4C3C0}" type="pres">
      <dgm:prSet presAssocID="{5634A63A-4B38-3248-865A-EF55035E6917}" presName="sibTrans" presStyleCnt="0"/>
      <dgm:spPr/>
    </dgm:pt>
    <dgm:pt modelId="{43EAF80E-C424-4E2E-BDE1-6DE0777330E3}" type="pres">
      <dgm:prSet presAssocID="{734B0E8B-F3C1-426B-BACA-484F77349B48}" presName="compNode" presStyleCnt="0"/>
      <dgm:spPr/>
    </dgm:pt>
    <dgm:pt modelId="{A5ECC838-FCB1-4282-966D-502F593C7866}" type="pres">
      <dgm:prSet presAssocID="{734B0E8B-F3C1-426B-BACA-484F77349B48}" presName="bgRect" presStyleLbl="bgShp" presStyleIdx="1" presStyleCnt="7"/>
      <dgm:spPr/>
    </dgm:pt>
    <dgm:pt modelId="{5BB48F39-B30A-42F5-A318-3ABC0649B300}" type="pres">
      <dgm:prSet presAssocID="{734B0E8B-F3C1-426B-BACA-484F77349B48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9000" b="-9000"/>
          </a:stretch>
        </a:blipFill>
        <a:ln>
          <a:noFill/>
        </a:ln>
      </dgm:spPr>
    </dgm:pt>
    <dgm:pt modelId="{6E1959AE-F820-4439-921D-ED568405EC11}" type="pres">
      <dgm:prSet presAssocID="{734B0E8B-F3C1-426B-BACA-484F77349B48}" presName="spaceRect" presStyleCnt="0"/>
      <dgm:spPr/>
    </dgm:pt>
    <dgm:pt modelId="{BC788A9B-964D-44F1-ADA3-6586BB32BABF}" type="pres">
      <dgm:prSet presAssocID="{734B0E8B-F3C1-426B-BACA-484F77349B48}" presName="parTx" presStyleLbl="revTx" presStyleIdx="1" presStyleCnt="7">
        <dgm:presLayoutVars>
          <dgm:chMax val="0"/>
          <dgm:chPref val="0"/>
        </dgm:presLayoutVars>
      </dgm:prSet>
      <dgm:spPr/>
    </dgm:pt>
    <dgm:pt modelId="{02F96E25-6830-44EE-BCE2-517163A18FC6}" type="pres">
      <dgm:prSet presAssocID="{7B66A4AC-E390-4143-BACD-9EB9B3A1E581}" presName="sibTrans" presStyleCnt="0"/>
      <dgm:spPr/>
    </dgm:pt>
    <dgm:pt modelId="{E238F9EF-E2A3-4071-A3A5-EFAFBEDA0CD7}" type="pres">
      <dgm:prSet presAssocID="{1B027300-4855-4F87-B8E9-12486B8FA479}" presName="compNode" presStyleCnt="0"/>
      <dgm:spPr/>
    </dgm:pt>
    <dgm:pt modelId="{6F3B5128-8DEB-4C56-AC12-13CD3C01F85F}" type="pres">
      <dgm:prSet presAssocID="{1B027300-4855-4F87-B8E9-12486B8FA479}" presName="bgRect" presStyleLbl="bgShp" presStyleIdx="2" presStyleCnt="7"/>
      <dgm:spPr/>
    </dgm:pt>
    <dgm:pt modelId="{3FACE96D-4011-4A92-A1AE-505DE5406F03}" type="pres">
      <dgm:prSet presAssocID="{1B027300-4855-4F87-B8E9-12486B8FA479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A6FDCA02-2810-4C77-9F9A-0B1754A92FCE}" type="pres">
      <dgm:prSet presAssocID="{1B027300-4855-4F87-B8E9-12486B8FA479}" presName="spaceRect" presStyleCnt="0"/>
      <dgm:spPr/>
    </dgm:pt>
    <dgm:pt modelId="{D52438BA-E30D-4BF4-81E0-9E20F20794D0}" type="pres">
      <dgm:prSet presAssocID="{1B027300-4855-4F87-B8E9-12486B8FA479}" presName="parTx" presStyleLbl="revTx" presStyleIdx="2" presStyleCnt="7">
        <dgm:presLayoutVars>
          <dgm:chMax val="0"/>
          <dgm:chPref val="0"/>
        </dgm:presLayoutVars>
      </dgm:prSet>
      <dgm:spPr/>
    </dgm:pt>
    <dgm:pt modelId="{789B629B-DEEB-46CB-8EB7-6D4405DBA2A7}" type="pres">
      <dgm:prSet presAssocID="{8F6F8CA7-EB5C-40CB-8056-AEF8FE060FF9}" presName="sibTrans" presStyleCnt="0"/>
      <dgm:spPr/>
    </dgm:pt>
    <dgm:pt modelId="{71B00A27-3E6E-46A8-A393-C1DB7B88C536}" type="pres">
      <dgm:prSet presAssocID="{7F656FF2-6CDF-42A8-926D-4030E9D2563B}" presName="compNode" presStyleCnt="0"/>
      <dgm:spPr/>
    </dgm:pt>
    <dgm:pt modelId="{CE00C027-F81E-4014-861D-A6D0B6BD3134}" type="pres">
      <dgm:prSet presAssocID="{7F656FF2-6CDF-42A8-926D-4030E9D2563B}" presName="bgRect" presStyleLbl="bgShp" presStyleIdx="3" presStyleCnt="7"/>
      <dgm:spPr/>
    </dgm:pt>
    <dgm:pt modelId="{F9785F4C-8F5C-4B21-AE9E-DD05AE8DBF61}" type="pres">
      <dgm:prSet presAssocID="{7F656FF2-6CDF-42A8-926D-4030E9D2563B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C530626D-3DCE-47B9-8A74-CA7ABE0A1A43}" type="pres">
      <dgm:prSet presAssocID="{7F656FF2-6CDF-42A8-926D-4030E9D2563B}" presName="spaceRect" presStyleCnt="0"/>
      <dgm:spPr/>
    </dgm:pt>
    <dgm:pt modelId="{36E8E626-B565-4B6E-B571-33F6A9210B81}" type="pres">
      <dgm:prSet presAssocID="{7F656FF2-6CDF-42A8-926D-4030E9D2563B}" presName="parTx" presStyleLbl="revTx" presStyleIdx="3" presStyleCnt="7">
        <dgm:presLayoutVars>
          <dgm:chMax val="0"/>
          <dgm:chPref val="0"/>
        </dgm:presLayoutVars>
      </dgm:prSet>
      <dgm:spPr/>
    </dgm:pt>
    <dgm:pt modelId="{90FAD286-7FC1-4677-B66D-4737C533DB27}" type="pres">
      <dgm:prSet presAssocID="{9141FF07-4529-44FB-97CA-9267E4A3E715}" presName="sibTrans" presStyleCnt="0"/>
      <dgm:spPr/>
    </dgm:pt>
    <dgm:pt modelId="{22C27CE2-35DB-4F58-9457-81E4EBA39F52}" type="pres">
      <dgm:prSet presAssocID="{2070B1F5-A970-4349-86D0-297232CB12D3}" presName="compNode" presStyleCnt="0"/>
      <dgm:spPr/>
    </dgm:pt>
    <dgm:pt modelId="{4E5918D0-AB5F-4E33-BEBE-069E8AEFD278}" type="pres">
      <dgm:prSet presAssocID="{2070B1F5-A970-4349-86D0-297232CB12D3}" presName="bgRect" presStyleLbl="bgShp" presStyleIdx="4" presStyleCnt="7"/>
      <dgm:spPr/>
    </dgm:pt>
    <dgm:pt modelId="{05E53271-224D-43C0-BC01-275A2D8251A3}" type="pres">
      <dgm:prSet presAssocID="{2070B1F5-A970-4349-86D0-297232CB12D3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A74F0FB5-ECE0-4389-AB21-317C379AB385}" type="pres">
      <dgm:prSet presAssocID="{2070B1F5-A970-4349-86D0-297232CB12D3}" presName="spaceRect" presStyleCnt="0"/>
      <dgm:spPr/>
    </dgm:pt>
    <dgm:pt modelId="{476E7CE3-639E-4A8B-9E58-7B02C6E2D97A}" type="pres">
      <dgm:prSet presAssocID="{2070B1F5-A970-4349-86D0-297232CB12D3}" presName="parTx" presStyleLbl="revTx" presStyleIdx="4" presStyleCnt="7">
        <dgm:presLayoutVars>
          <dgm:chMax val="0"/>
          <dgm:chPref val="0"/>
        </dgm:presLayoutVars>
      </dgm:prSet>
      <dgm:spPr/>
    </dgm:pt>
    <dgm:pt modelId="{344FD0C8-A79E-490C-BC99-408639A4950C}" type="pres">
      <dgm:prSet presAssocID="{B90835A8-9082-4E58-8D86-11512D3E2A7F}" presName="sibTrans" presStyleCnt="0"/>
      <dgm:spPr/>
    </dgm:pt>
    <dgm:pt modelId="{8EBF1357-A3D3-4BAD-B331-D60F994FBD26}" type="pres">
      <dgm:prSet presAssocID="{49D421DB-39E5-4E0D-8DDA-8A6B6715A565}" presName="compNode" presStyleCnt="0"/>
      <dgm:spPr/>
    </dgm:pt>
    <dgm:pt modelId="{45FB0F68-E3D1-4CEE-98D1-312A77BF340C}" type="pres">
      <dgm:prSet presAssocID="{49D421DB-39E5-4E0D-8DDA-8A6B6715A565}" presName="bgRect" presStyleLbl="bgShp" presStyleIdx="5" presStyleCnt="7"/>
      <dgm:spPr/>
    </dgm:pt>
    <dgm:pt modelId="{15B5A5F2-E005-4007-AFBF-813D279CFCB8}" type="pres">
      <dgm:prSet presAssocID="{49D421DB-39E5-4E0D-8DDA-8A6B6715A565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F71501A2-B773-4FE2-9C60-CB41A141E523}" type="pres">
      <dgm:prSet presAssocID="{49D421DB-39E5-4E0D-8DDA-8A6B6715A565}" presName="spaceRect" presStyleCnt="0"/>
      <dgm:spPr/>
    </dgm:pt>
    <dgm:pt modelId="{815E2476-C120-44F9-9EA5-DF50A74F61B3}" type="pres">
      <dgm:prSet presAssocID="{49D421DB-39E5-4E0D-8DDA-8A6B6715A565}" presName="parTx" presStyleLbl="revTx" presStyleIdx="5" presStyleCnt="7">
        <dgm:presLayoutVars>
          <dgm:chMax val="0"/>
          <dgm:chPref val="0"/>
        </dgm:presLayoutVars>
      </dgm:prSet>
      <dgm:spPr/>
    </dgm:pt>
    <dgm:pt modelId="{641CC3A1-19C2-3A43-99E8-3B8E0C8D10BB}" type="pres">
      <dgm:prSet presAssocID="{75D625FD-729D-40B2-9A48-1F1380841DFE}" presName="sibTrans" presStyleCnt="0"/>
      <dgm:spPr/>
    </dgm:pt>
    <dgm:pt modelId="{9BF38C76-6FEE-3047-92A5-2ED2DF24E00E}" type="pres">
      <dgm:prSet presAssocID="{E2D5A2D7-9F20-8640-A943-DB05EE6EE9B2}" presName="compNode" presStyleCnt="0"/>
      <dgm:spPr/>
    </dgm:pt>
    <dgm:pt modelId="{CAA91707-40AB-7E45-8711-DCF492B1C915}" type="pres">
      <dgm:prSet presAssocID="{E2D5A2D7-9F20-8640-A943-DB05EE6EE9B2}" presName="bgRect" presStyleLbl="bgShp" presStyleIdx="6" presStyleCnt="7"/>
      <dgm:spPr/>
    </dgm:pt>
    <dgm:pt modelId="{1D3DB9BB-BE8C-0F49-8C32-80FF3A207453}" type="pres">
      <dgm:prSet presAssocID="{E2D5A2D7-9F20-8640-A943-DB05EE6EE9B2}" presName="iconRect" presStyleLbl="node1" presStyleIdx="6" presStyleCnt="7"/>
      <dgm:spPr>
        <a:blipFill>
          <a:blip xmlns:r="http://schemas.openxmlformats.org/officeDocument/2006/relationships" r:embed="rId13"/>
          <a:srcRect/>
          <a:stretch>
            <a:fillRect/>
          </a:stretch>
        </a:blipFill>
        <a:ln>
          <a:noFill/>
        </a:ln>
      </dgm:spPr>
    </dgm:pt>
    <dgm:pt modelId="{2149E871-8641-0D4A-9734-8BB2DFFF1928}" type="pres">
      <dgm:prSet presAssocID="{E2D5A2D7-9F20-8640-A943-DB05EE6EE9B2}" presName="spaceRect" presStyleCnt="0"/>
      <dgm:spPr/>
    </dgm:pt>
    <dgm:pt modelId="{5D8ABCF7-979C-7049-BAB4-A89DAC03F38A}" type="pres">
      <dgm:prSet presAssocID="{E2D5A2D7-9F20-8640-A943-DB05EE6EE9B2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7A436D07-692B-174F-99EB-60682D16946F}" type="presOf" srcId="{1B027300-4855-4F87-B8E9-12486B8FA479}" destId="{D52438BA-E30D-4BF4-81E0-9E20F20794D0}" srcOrd="0" destOrd="0" presId="urn:microsoft.com/office/officeart/2018/2/layout/IconVerticalSolidList"/>
    <dgm:cxn modelId="{E39CE808-58CE-C649-AEAB-D00C62870165}" srcId="{DC2BB31F-7972-4352-9BF8-9C8A4B534AA4}" destId="{E2D5A2D7-9F20-8640-A943-DB05EE6EE9B2}" srcOrd="6" destOrd="0" parTransId="{9644E743-C0C0-9140-A9B3-47FF2875E1C8}" sibTransId="{2270285E-E918-AF41-8089-AC95A87F4B58}"/>
    <dgm:cxn modelId="{4E96E324-B1A2-C040-9890-D1ECAD25B801}" type="presOf" srcId="{2475100F-0CE7-A34C-9828-B6BB2211860F}" destId="{E6596245-6383-F94C-A5D2-94C8B8D7B1B6}" srcOrd="0" destOrd="0" presId="urn:microsoft.com/office/officeart/2018/2/layout/IconVerticalSolidList"/>
    <dgm:cxn modelId="{F764342D-F4FF-486F-9060-CFC9B4B89618}" srcId="{DC2BB31F-7972-4352-9BF8-9C8A4B534AA4}" destId="{7F656FF2-6CDF-42A8-926D-4030E9D2563B}" srcOrd="3" destOrd="0" parTransId="{6E14205A-10A9-435C-8563-245F85E5BF79}" sibTransId="{9141FF07-4529-44FB-97CA-9267E4A3E715}"/>
    <dgm:cxn modelId="{AC111235-5758-4817-8A8C-31E7B633DCD3}" srcId="{DC2BB31F-7972-4352-9BF8-9C8A4B534AA4}" destId="{734B0E8B-F3C1-426B-BACA-484F77349B48}" srcOrd="1" destOrd="0" parTransId="{5A409041-7D60-4A55-BF2F-285C41F715B1}" sibTransId="{7B66A4AC-E390-4143-BACD-9EB9B3A1E581}"/>
    <dgm:cxn modelId="{40BF8F3E-1A24-1944-AB57-247003FD714F}" srcId="{DC2BB31F-7972-4352-9BF8-9C8A4B534AA4}" destId="{2475100F-0CE7-A34C-9828-B6BB2211860F}" srcOrd="0" destOrd="0" parTransId="{3A680653-993E-7143-BB7E-8A3C80D378F8}" sibTransId="{5634A63A-4B38-3248-865A-EF55035E6917}"/>
    <dgm:cxn modelId="{A8D9D84B-1E1A-A341-BD39-76F680BF3374}" type="presOf" srcId="{49D421DB-39E5-4E0D-8DDA-8A6B6715A565}" destId="{815E2476-C120-44F9-9EA5-DF50A74F61B3}" srcOrd="0" destOrd="0" presId="urn:microsoft.com/office/officeart/2018/2/layout/IconVerticalSolidList"/>
    <dgm:cxn modelId="{128DC264-1EB4-2D4A-AA67-421820B872BA}" type="presOf" srcId="{2070B1F5-A970-4349-86D0-297232CB12D3}" destId="{476E7CE3-639E-4A8B-9E58-7B02C6E2D97A}" srcOrd="0" destOrd="0" presId="urn:microsoft.com/office/officeart/2018/2/layout/IconVerticalSolidList"/>
    <dgm:cxn modelId="{7229EF8E-BB87-9F4D-B2E8-19CA76574382}" type="presOf" srcId="{E2D5A2D7-9F20-8640-A943-DB05EE6EE9B2}" destId="{5D8ABCF7-979C-7049-BAB4-A89DAC03F38A}" srcOrd="0" destOrd="0" presId="urn:microsoft.com/office/officeart/2018/2/layout/IconVerticalSolidList"/>
    <dgm:cxn modelId="{D6E05392-F37E-445A-9B83-4313C8EE166A}" srcId="{DC2BB31F-7972-4352-9BF8-9C8A4B534AA4}" destId="{1B027300-4855-4F87-B8E9-12486B8FA479}" srcOrd="2" destOrd="0" parTransId="{73C88E54-B80D-4AAA-B783-77277FE23B40}" sibTransId="{8F6F8CA7-EB5C-40CB-8056-AEF8FE060FF9}"/>
    <dgm:cxn modelId="{1211F3B6-518B-4D66-92F8-33649EF19AA3}" srcId="{DC2BB31F-7972-4352-9BF8-9C8A4B534AA4}" destId="{49D421DB-39E5-4E0D-8DDA-8A6B6715A565}" srcOrd="5" destOrd="0" parTransId="{9F25E159-C6DA-4CD7-955A-B82D416326BC}" sibTransId="{75D625FD-729D-40B2-9A48-1F1380841DFE}"/>
    <dgm:cxn modelId="{FCCE55E1-4720-5049-84AD-9E003C35631C}" type="presOf" srcId="{734B0E8B-F3C1-426B-BACA-484F77349B48}" destId="{BC788A9B-964D-44F1-ADA3-6586BB32BABF}" srcOrd="0" destOrd="0" presId="urn:microsoft.com/office/officeart/2018/2/layout/IconVerticalSolidList"/>
    <dgm:cxn modelId="{0F7108E8-2F62-490E-ACDC-D798D0502479}" type="presOf" srcId="{DC2BB31F-7972-4352-9BF8-9C8A4B534AA4}" destId="{3AE01C63-0FF0-410C-9F32-3640AEA24F55}" srcOrd="0" destOrd="0" presId="urn:microsoft.com/office/officeart/2018/2/layout/IconVerticalSolidList"/>
    <dgm:cxn modelId="{1BC2EFF6-9656-9F47-8E98-CF36CCED9013}" type="presOf" srcId="{7F656FF2-6CDF-42A8-926D-4030E9D2563B}" destId="{36E8E626-B565-4B6E-B571-33F6A9210B81}" srcOrd="0" destOrd="0" presId="urn:microsoft.com/office/officeart/2018/2/layout/IconVerticalSolidList"/>
    <dgm:cxn modelId="{091B77FA-23D9-4EA3-88F3-ECF2E4DA52D4}" srcId="{DC2BB31F-7972-4352-9BF8-9C8A4B534AA4}" destId="{2070B1F5-A970-4349-86D0-297232CB12D3}" srcOrd="4" destOrd="0" parTransId="{15902AF3-0E7F-4245-81A8-27D1847F20A2}" sibTransId="{B90835A8-9082-4E58-8D86-11512D3E2A7F}"/>
    <dgm:cxn modelId="{DE561695-ECE2-BA40-A234-CF83954BBB79}" type="presParOf" srcId="{3AE01C63-0FF0-410C-9F32-3640AEA24F55}" destId="{9DA9CB0A-72C0-0E48-9B9D-5752D4D6B011}" srcOrd="0" destOrd="0" presId="urn:microsoft.com/office/officeart/2018/2/layout/IconVerticalSolidList"/>
    <dgm:cxn modelId="{8396C466-5B00-3C40-978F-D5AF3D7ED1F1}" type="presParOf" srcId="{9DA9CB0A-72C0-0E48-9B9D-5752D4D6B011}" destId="{D80548B0-0C35-F24B-8607-E7AEFCA9E5B4}" srcOrd="0" destOrd="0" presId="urn:microsoft.com/office/officeart/2018/2/layout/IconVerticalSolidList"/>
    <dgm:cxn modelId="{5B97E2B3-EFD1-1942-8F79-6DEDA35C98A9}" type="presParOf" srcId="{9DA9CB0A-72C0-0E48-9B9D-5752D4D6B011}" destId="{8F23C26E-F154-2749-A385-C6DCB55AE063}" srcOrd="1" destOrd="0" presId="urn:microsoft.com/office/officeart/2018/2/layout/IconVerticalSolidList"/>
    <dgm:cxn modelId="{2E4726E1-93D4-5748-9DA0-32645645DCC3}" type="presParOf" srcId="{9DA9CB0A-72C0-0E48-9B9D-5752D4D6B011}" destId="{6B27FEE4-8001-314D-BD3A-E2C7575778ED}" srcOrd="2" destOrd="0" presId="urn:microsoft.com/office/officeart/2018/2/layout/IconVerticalSolidList"/>
    <dgm:cxn modelId="{FA15510B-75D6-DC41-8DDE-DB4C5631D8CC}" type="presParOf" srcId="{9DA9CB0A-72C0-0E48-9B9D-5752D4D6B011}" destId="{E6596245-6383-F94C-A5D2-94C8B8D7B1B6}" srcOrd="3" destOrd="0" presId="urn:microsoft.com/office/officeart/2018/2/layout/IconVerticalSolidList"/>
    <dgm:cxn modelId="{145854E1-8532-194B-B056-13B60C44136B}" type="presParOf" srcId="{3AE01C63-0FF0-410C-9F32-3640AEA24F55}" destId="{46332940-661E-6A43-BA97-7E8211D4C3C0}" srcOrd="1" destOrd="0" presId="urn:microsoft.com/office/officeart/2018/2/layout/IconVerticalSolidList"/>
    <dgm:cxn modelId="{80A02EEC-9C94-324F-A492-6BE67EB49481}" type="presParOf" srcId="{3AE01C63-0FF0-410C-9F32-3640AEA24F55}" destId="{43EAF80E-C424-4E2E-BDE1-6DE0777330E3}" srcOrd="2" destOrd="0" presId="urn:microsoft.com/office/officeart/2018/2/layout/IconVerticalSolidList"/>
    <dgm:cxn modelId="{C69F2034-BC78-924A-A62A-4659159A1B9C}" type="presParOf" srcId="{43EAF80E-C424-4E2E-BDE1-6DE0777330E3}" destId="{A5ECC838-FCB1-4282-966D-502F593C7866}" srcOrd="0" destOrd="0" presId="urn:microsoft.com/office/officeart/2018/2/layout/IconVerticalSolidList"/>
    <dgm:cxn modelId="{E875021D-F67D-0B4C-A882-FF459ECE7722}" type="presParOf" srcId="{43EAF80E-C424-4E2E-BDE1-6DE0777330E3}" destId="{5BB48F39-B30A-42F5-A318-3ABC0649B300}" srcOrd="1" destOrd="0" presId="urn:microsoft.com/office/officeart/2018/2/layout/IconVerticalSolidList"/>
    <dgm:cxn modelId="{06068538-5445-2041-9897-134AD87B4A4F}" type="presParOf" srcId="{43EAF80E-C424-4E2E-BDE1-6DE0777330E3}" destId="{6E1959AE-F820-4439-921D-ED568405EC11}" srcOrd="2" destOrd="0" presId="urn:microsoft.com/office/officeart/2018/2/layout/IconVerticalSolidList"/>
    <dgm:cxn modelId="{8E3A0951-B3AA-A84E-93CB-1B42089F9248}" type="presParOf" srcId="{43EAF80E-C424-4E2E-BDE1-6DE0777330E3}" destId="{BC788A9B-964D-44F1-ADA3-6586BB32BABF}" srcOrd="3" destOrd="0" presId="urn:microsoft.com/office/officeart/2018/2/layout/IconVerticalSolidList"/>
    <dgm:cxn modelId="{2A3BBFE5-A50C-2F42-A62F-FF0C485D414B}" type="presParOf" srcId="{3AE01C63-0FF0-410C-9F32-3640AEA24F55}" destId="{02F96E25-6830-44EE-BCE2-517163A18FC6}" srcOrd="3" destOrd="0" presId="urn:microsoft.com/office/officeart/2018/2/layout/IconVerticalSolidList"/>
    <dgm:cxn modelId="{F2A80FE2-E754-F441-88D5-D0502D6DC51E}" type="presParOf" srcId="{3AE01C63-0FF0-410C-9F32-3640AEA24F55}" destId="{E238F9EF-E2A3-4071-A3A5-EFAFBEDA0CD7}" srcOrd="4" destOrd="0" presId="urn:microsoft.com/office/officeart/2018/2/layout/IconVerticalSolidList"/>
    <dgm:cxn modelId="{63C8F182-46DD-EC40-AA13-95C51B0204D4}" type="presParOf" srcId="{E238F9EF-E2A3-4071-A3A5-EFAFBEDA0CD7}" destId="{6F3B5128-8DEB-4C56-AC12-13CD3C01F85F}" srcOrd="0" destOrd="0" presId="urn:microsoft.com/office/officeart/2018/2/layout/IconVerticalSolidList"/>
    <dgm:cxn modelId="{6C7840E7-D1AD-0140-B282-126DE39D4008}" type="presParOf" srcId="{E238F9EF-E2A3-4071-A3A5-EFAFBEDA0CD7}" destId="{3FACE96D-4011-4A92-A1AE-505DE5406F03}" srcOrd="1" destOrd="0" presId="urn:microsoft.com/office/officeart/2018/2/layout/IconVerticalSolidList"/>
    <dgm:cxn modelId="{49FCC6DA-E200-D44E-91DE-467303C94914}" type="presParOf" srcId="{E238F9EF-E2A3-4071-A3A5-EFAFBEDA0CD7}" destId="{A6FDCA02-2810-4C77-9F9A-0B1754A92FCE}" srcOrd="2" destOrd="0" presId="urn:microsoft.com/office/officeart/2018/2/layout/IconVerticalSolidList"/>
    <dgm:cxn modelId="{FDAC7744-CD01-9E4C-9164-DE1BE032145D}" type="presParOf" srcId="{E238F9EF-E2A3-4071-A3A5-EFAFBEDA0CD7}" destId="{D52438BA-E30D-4BF4-81E0-9E20F20794D0}" srcOrd="3" destOrd="0" presId="urn:microsoft.com/office/officeart/2018/2/layout/IconVerticalSolidList"/>
    <dgm:cxn modelId="{249BF380-1B24-F248-BC66-3C9919D612B0}" type="presParOf" srcId="{3AE01C63-0FF0-410C-9F32-3640AEA24F55}" destId="{789B629B-DEEB-46CB-8EB7-6D4405DBA2A7}" srcOrd="5" destOrd="0" presId="urn:microsoft.com/office/officeart/2018/2/layout/IconVerticalSolidList"/>
    <dgm:cxn modelId="{C70828B6-A625-CD47-B874-87067A15547C}" type="presParOf" srcId="{3AE01C63-0FF0-410C-9F32-3640AEA24F55}" destId="{71B00A27-3E6E-46A8-A393-C1DB7B88C536}" srcOrd="6" destOrd="0" presId="urn:microsoft.com/office/officeart/2018/2/layout/IconVerticalSolidList"/>
    <dgm:cxn modelId="{8F991356-D850-6342-B792-E99727D79159}" type="presParOf" srcId="{71B00A27-3E6E-46A8-A393-C1DB7B88C536}" destId="{CE00C027-F81E-4014-861D-A6D0B6BD3134}" srcOrd="0" destOrd="0" presId="urn:microsoft.com/office/officeart/2018/2/layout/IconVerticalSolidList"/>
    <dgm:cxn modelId="{9CB0C725-F01A-9B4F-A7BE-47F7530D4AD4}" type="presParOf" srcId="{71B00A27-3E6E-46A8-A393-C1DB7B88C536}" destId="{F9785F4C-8F5C-4B21-AE9E-DD05AE8DBF61}" srcOrd="1" destOrd="0" presId="urn:microsoft.com/office/officeart/2018/2/layout/IconVerticalSolidList"/>
    <dgm:cxn modelId="{07F5E7C6-10A1-0D40-9795-C388441DE0BE}" type="presParOf" srcId="{71B00A27-3E6E-46A8-A393-C1DB7B88C536}" destId="{C530626D-3DCE-47B9-8A74-CA7ABE0A1A43}" srcOrd="2" destOrd="0" presId="urn:microsoft.com/office/officeart/2018/2/layout/IconVerticalSolidList"/>
    <dgm:cxn modelId="{1882BB57-2BEF-2D49-A9EB-A8AA2EBFF631}" type="presParOf" srcId="{71B00A27-3E6E-46A8-A393-C1DB7B88C536}" destId="{36E8E626-B565-4B6E-B571-33F6A9210B81}" srcOrd="3" destOrd="0" presId="urn:microsoft.com/office/officeart/2018/2/layout/IconVerticalSolidList"/>
    <dgm:cxn modelId="{E7100202-1546-5843-861C-EC277B5EADA4}" type="presParOf" srcId="{3AE01C63-0FF0-410C-9F32-3640AEA24F55}" destId="{90FAD286-7FC1-4677-B66D-4737C533DB27}" srcOrd="7" destOrd="0" presId="urn:microsoft.com/office/officeart/2018/2/layout/IconVerticalSolidList"/>
    <dgm:cxn modelId="{CC34D431-3527-E14B-A2BF-47EEB9E4914C}" type="presParOf" srcId="{3AE01C63-0FF0-410C-9F32-3640AEA24F55}" destId="{22C27CE2-35DB-4F58-9457-81E4EBA39F52}" srcOrd="8" destOrd="0" presId="urn:microsoft.com/office/officeart/2018/2/layout/IconVerticalSolidList"/>
    <dgm:cxn modelId="{400005F4-9663-2E46-92E0-EC249879B855}" type="presParOf" srcId="{22C27CE2-35DB-4F58-9457-81E4EBA39F52}" destId="{4E5918D0-AB5F-4E33-BEBE-069E8AEFD278}" srcOrd="0" destOrd="0" presId="urn:microsoft.com/office/officeart/2018/2/layout/IconVerticalSolidList"/>
    <dgm:cxn modelId="{E68F2065-6675-9042-8D8F-F1D3FE9D02C4}" type="presParOf" srcId="{22C27CE2-35DB-4F58-9457-81E4EBA39F52}" destId="{05E53271-224D-43C0-BC01-275A2D8251A3}" srcOrd="1" destOrd="0" presId="urn:microsoft.com/office/officeart/2018/2/layout/IconVerticalSolidList"/>
    <dgm:cxn modelId="{6F36CF11-43C1-7E49-B05D-712CD771BC80}" type="presParOf" srcId="{22C27CE2-35DB-4F58-9457-81E4EBA39F52}" destId="{A74F0FB5-ECE0-4389-AB21-317C379AB385}" srcOrd="2" destOrd="0" presId="urn:microsoft.com/office/officeart/2018/2/layout/IconVerticalSolidList"/>
    <dgm:cxn modelId="{CECB34A2-11B0-094C-9E27-A5FEFB6F7738}" type="presParOf" srcId="{22C27CE2-35DB-4F58-9457-81E4EBA39F52}" destId="{476E7CE3-639E-4A8B-9E58-7B02C6E2D97A}" srcOrd="3" destOrd="0" presId="urn:microsoft.com/office/officeart/2018/2/layout/IconVerticalSolidList"/>
    <dgm:cxn modelId="{634F9DC9-B77B-4F40-84B0-C35508CC4A16}" type="presParOf" srcId="{3AE01C63-0FF0-410C-9F32-3640AEA24F55}" destId="{344FD0C8-A79E-490C-BC99-408639A4950C}" srcOrd="9" destOrd="0" presId="urn:microsoft.com/office/officeart/2018/2/layout/IconVerticalSolidList"/>
    <dgm:cxn modelId="{98DB905D-2EE5-A74D-AC40-FC87F180991A}" type="presParOf" srcId="{3AE01C63-0FF0-410C-9F32-3640AEA24F55}" destId="{8EBF1357-A3D3-4BAD-B331-D60F994FBD26}" srcOrd="10" destOrd="0" presId="urn:microsoft.com/office/officeart/2018/2/layout/IconVerticalSolidList"/>
    <dgm:cxn modelId="{9DC0D45D-7833-C94E-B529-CEE1AF8CBB27}" type="presParOf" srcId="{8EBF1357-A3D3-4BAD-B331-D60F994FBD26}" destId="{45FB0F68-E3D1-4CEE-98D1-312A77BF340C}" srcOrd="0" destOrd="0" presId="urn:microsoft.com/office/officeart/2018/2/layout/IconVerticalSolidList"/>
    <dgm:cxn modelId="{E4D7D5DA-7867-804B-BA02-25C1902B9FB3}" type="presParOf" srcId="{8EBF1357-A3D3-4BAD-B331-D60F994FBD26}" destId="{15B5A5F2-E005-4007-AFBF-813D279CFCB8}" srcOrd="1" destOrd="0" presId="urn:microsoft.com/office/officeart/2018/2/layout/IconVerticalSolidList"/>
    <dgm:cxn modelId="{89B78F84-8340-7648-B606-DED917E62676}" type="presParOf" srcId="{8EBF1357-A3D3-4BAD-B331-D60F994FBD26}" destId="{F71501A2-B773-4FE2-9C60-CB41A141E523}" srcOrd="2" destOrd="0" presId="urn:microsoft.com/office/officeart/2018/2/layout/IconVerticalSolidList"/>
    <dgm:cxn modelId="{80C0AA0E-5F28-874D-98ED-5E5034A6CD6F}" type="presParOf" srcId="{8EBF1357-A3D3-4BAD-B331-D60F994FBD26}" destId="{815E2476-C120-44F9-9EA5-DF50A74F61B3}" srcOrd="3" destOrd="0" presId="urn:microsoft.com/office/officeart/2018/2/layout/IconVerticalSolidList"/>
    <dgm:cxn modelId="{C15CCF75-D597-F04C-A387-E2D97269CA08}" type="presParOf" srcId="{3AE01C63-0FF0-410C-9F32-3640AEA24F55}" destId="{641CC3A1-19C2-3A43-99E8-3B8E0C8D10BB}" srcOrd="11" destOrd="0" presId="urn:microsoft.com/office/officeart/2018/2/layout/IconVerticalSolidList"/>
    <dgm:cxn modelId="{D3EE515E-CCB8-CD45-86DA-760294BF2699}" type="presParOf" srcId="{3AE01C63-0FF0-410C-9F32-3640AEA24F55}" destId="{9BF38C76-6FEE-3047-92A5-2ED2DF24E00E}" srcOrd="12" destOrd="0" presId="urn:microsoft.com/office/officeart/2018/2/layout/IconVerticalSolidList"/>
    <dgm:cxn modelId="{6045A6AD-8212-4A4E-A618-A00D7343F17D}" type="presParOf" srcId="{9BF38C76-6FEE-3047-92A5-2ED2DF24E00E}" destId="{CAA91707-40AB-7E45-8711-DCF492B1C915}" srcOrd="0" destOrd="0" presId="urn:microsoft.com/office/officeart/2018/2/layout/IconVerticalSolidList"/>
    <dgm:cxn modelId="{6358B6BA-CBD7-7545-A3D5-E091217ADA6C}" type="presParOf" srcId="{9BF38C76-6FEE-3047-92A5-2ED2DF24E00E}" destId="{1D3DB9BB-BE8C-0F49-8C32-80FF3A207453}" srcOrd="1" destOrd="0" presId="urn:microsoft.com/office/officeart/2018/2/layout/IconVerticalSolidList"/>
    <dgm:cxn modelId="{AEB0887D-529D-474C-BA14-17096E418783}" type="presParOf" srcId="{9BF38C76-6FEE-3047-92A5-2ED2DF24E00E}" destId="{2149E871-8641-0D4A-9734-8BB2DFFF1928}" srcOrd="2" destOrd="0" presId="urn:microsoft.com/office/officeart/2018/2/layout/IconVerticalSolidList"/>
    <dgm:cxn modelId="{59F7CDFB-D10D-0244-9327-47FD8B8470F5}" type="presParOf" srcId="{9BF38C76-6FEE-3047-92A5-2ED2DF24E00E}" destId="{5D8ABCF7-979C-7049-BAB4-A89DAC03F38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0548B0-0C35-F24B-8607-E7AEFCA9E5B4}">
      <dsp:nvSpPr>
        <dsp:cNvPr id="0" name=""/>
        <dsp:cNvSpPr/>
      </dsp:nvSpPr>
      <dsp:spPr>
        <a:xfrm>
          <a:off x="0" y="371"/>
          <a:ext cx="7886700" cy="51183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23C26E-F154-2749-A385-C6DCB55AE063}">
      <dsp:nvSpPr>
        <dsp:cNvPr id="0" name=""/>
        <dsp:cNvSpPr/>
      </dsp:nvSpPr>
      <dsp:spPr>
        <a:xfrm>
          <a:off x="154829" y="115534"/>
          <a:ext cx="281509" cy="2815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596245-6383-F94C-A5D2-94C8B8D7B1B6}">
      <dsp:nvSpPr>
        <dsp:cNvPr id="0" name=""/>
        <dsp:cNvSpPr/>
      </dsp:nvSpPr>
      <dsp:spPr>
        <a:xfrm>
          <a:off x="591168" y="371"/>
          <a:ext cx="72955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Cross-platform: Built with Flutter</a:t>
          </a:r>
        </a:p>
      </dsp:txBody>
      <dsp:txXfrm>
        <a:off x="591168" y="371"/>
        <a:ext cx="7295531" cy="511834"/>
      </dsp:txXfrm>
    </dsp:sp>
    <dsp:sp modelId="{A5ECC838-FCB1-4282-966D-502F593C7866}">
      <dsp:nvSpPr>
        <dsp:cNvPr id="0" name=""/>
        <dsp:cNvSpPr/>
      </dsp:nvSpPr>
      <dsp:spPr>
        <a:xfrm>
          <a:off x="0" y="640165"/>
          <a:ext cx="7886700" cy="51183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B48F39-B30A-42F5-A318-3ABC0649B300}">
      <dsp:nvSpPr>
        <dsp:cNvPr id="0" name=""/>
        <dsp:cNvSpPr/>
      </dsp:nvSpPr>
      <dsp:spPr>
        <a:xfrm>
          <a:off x="154829" y="755327"/>
          <a:ext cx="281509" cy="2815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9000" b="-9000"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788A9B-964D-44F1-ADA3-6586BB32BABF}">
      <dsp:nvSpPr>
        <dsp:cNvPr id="0" name=""/>
        <dsp:cNvSpPr/>
      </dsp:nvSpPr>
      <dsp:spPr>
        <a:xfrm>
          <a:off x="591168" y="640165"/>
          <a:ext cx="72955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Android App </a:t>
          </a:r>
        </a:p>
      </dsp:txBody>
      <dsp:txXfrm>
        <a:off x="591168" y="640165"/>
        <a:ext cx="7295531" cy="511834"/>
      </dsp:txXfrm>
    </dsp:sp>
    <dsp:sp modelId="{6F3B5128-8DEB-4C56-AC12-13CD3C01F85F}">
      <dsp:nvSpPr>
        <dsp:cNvPr id="0" name=""/>
        <dsp:cNvSpPr/>
      </dsp:nvSpPr>
      <dsp:spPr>
        <a:xfrm>
          <a:off x="0" y="1279958"/>
          <a:ext cx="7886700" cy="51183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ACE96D-4011-4A92-A1AE-505DE5406F03}">
      <dsp:nvSpPr>
        <dsp:cNvPr id="0" name=""/>
        <dsp:cNvSpPr/>
      </dsp:nvSpPr>
      <dsp:spPr>
        <a:xfrm>
          <a:off x="154829" y="1395121"/>
          <a:ext cx="281509" cy="2815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2438BA-E30D-4BF4-81E0-9E20F20794D0}">
      <dsp:nvSpPr>
        <dsp:cNvPr id="0" name=""/>
        <dsp:cNvSpPr/>
      </dsp:nvSpPr>
      <dsp:spPr>
        <a:xfrm>
          <a:off x="591168" y="1279958"/>
          <a:ext cx="72955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Web App </a:t>
          </a:r>
        </a:p>
      </dsp:txBody>
      <dsp:txXfrm>
        <a:off x="591168" y="1279958"/>
        <a:ext cx="7295531" cy="511834"/>
      </dsp:txXfrm>
    </dsp:sp>
    <dsp:sp modelId="{CE00C027-F81E-4014-861D-A6D0B6BD3134}">
      <dsp:nvSpPr>
        <dsp:cNvPr id="0" name=""/>
        <dsp:cNvSpPr/>
      </dsp:nvSpPr>
      <dsp:spPr>
        <a:xfrm>
          <a:off x="0" y="1919751"/>
          <a:ext cx="7886700" cy="51183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785F4C-8F5C-4B21-AE9E-DD05AE8DBF61}">
      <dsp:nvSpPr>
        <dsp:cNvPr id="0" name=""/>
        <dsp:cNvSpPr/>
      </dsp:nvSpPr>
      <dsp:spPr>
        <a:xfrm>
          <a:off x="154829" y="2034914"/>
          <a:ext cx="281509" cy="28150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E8E626-B565-4B6E-B571-33F6A9210B81}">
      <dsp:nvSpPr>
        <dsp:cNvPr id="0" name=""/>
        <dsp:cNvSpPr/>
      </dsp:nvSpPr>
      <dsp:spPr>
        <a:xfrm>
          <a:off x="591168" y="1919751"/>
          <a:ext cx="72955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iOS App</a:t>
          </a:r>
        </a:p>
      </dsp:txBody>
      <dsp:txXfrm>
        <a:off x="591168" y="1919751"/>
        <a:ext cx="7295531" cy="511834"/>
      </dsp:txXfrm>
    </dsp:sp>
    <dsp:sp modelId="{4E5918D0-AB5F-4E33-BEBE-069E8AEFD278}">
      <dsp:nvSpPr>
        <dsp:cNvPr id="0" name=""/>
        <dsp:cNvSpPr/>
      </dsp:nvSpPr>
      <dsp:spPr>
        <a:xfrm>
          <a:off x="0" y="2559544"/>
          <a:ext cx="7886700" cy="51183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E53271-224D-43C0-BC01-275A2D8251A3}">
      <dsp:nvSpPr>
        <dsp:cNvPr id="0" name=""/>
        <dsp:cNvSpPr/>
      </dsp:nvSpPr>
      <dsp:spPr>
        <a:xfrm>
          <a:off x="154829" y="2674707"/>
          <a:ext cx="281509" cy="28150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6E7CE3-639E-4A8B-9E58-7B02C6E2D97A}">
      <dsp:nvSpPr>
        <dsp:cNvPr id="0" name=""/>
        <dsp:cNvSpPr/>
      </dsp:nvSpPr>
      <dsp:spPr>
        <a:xfrm>
          <a:off x="591168" y="2559544"/>
          <a:ext cx="72955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Real-time weather API integration</a:t>
          </a:r>
        </a:p>
      </dsp:txBody>
      <dsp:txXfrm>
        <a:off x="591168" y="2559544"/>
        <a:ext cx="7295531" cy="511834"/>
      </dsp:txXfrm>
    </dsp:sp>
    <dsp:sp modelId="{45FB0F68-E3D1-4CEE-98D1-312A77BF340C}">
      <dsp:nvSpPr>
        <dsp:cNvPr id="0" name=""/>
        <dsp:cNvSpPr/>
      </dsp:nvSpPr>
      <dsp:spPr>
        <a:xfrm>
          <a:off x="0" y="3199338"/>
          <a:ext cx="7886700" cy="51183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B5A5F2-E005-4007-AFBF-813D279CFCB8}">
      <dsp:nvSpPr>
        <dsp:cNvPr id="0" name=""/>
        <dsp:cNvSpPr/>
      </dsp:nvSpPr>
      <dsp:spPr>
        <a:xfrm>
          <a:off x="154829" y="3314501"/>
          <a:ext cx="281509" cy="281509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5E2476-C120-44F9-9EA5-DF50A74F61B3}">
      <dsp:nvSpPr>
        <dsp:cNvPr id="0" name=""/>
        <dsp:cNvSpPr/>
      </dsp:nvSpPr>
      <dsp:spPr>
        <a:xfrm>
          <a:off x="591168" y="3199338"/>
          <a:ext cx="72955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Clean, easy-to-use interface</a:t>
          </a:r>
        </a:p>
      </dsp:txBody>
      <dsp:txXfrm>
        <a:off x="591168" y="3199338"/>
        <a:ext cx="7295531" cy="511834"/>
      </dsp:txXfrm>
    </dsp:sp>
    <dsp:sp modelId="{CAA91707-40AB-7E45-8711-DCF492B1C915}">
      <dsp:nvSpPr>
        <dsp:cNvPr id="0" name=""/>
        <dsp:cNvSpPr/>
      </dsp:nvSpPr>
      <dsp:spPr>
        <a:xfrm>
          <a:off x="0" y="3839131"/>
          <a:ext cx="7886700" cy="51183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3DB9BB-BE8C-0F49-8C32-80FF3A207453}">
      <dsp:nvSpPr>
        <dsp:cNvPr id="0" name=""/>
        <dsp:cNvSpPr/>
      </dsp:nvSpPr>
      <dsp:spPr>
        <a:xfrm>
          <a:off x="154829" y="3954294"/>
          <a:ext cx="281509" cy="281509"/>
        </a:xfrm>
        <a:prstGeom prst="rect">
          <a:avLst/>
        </a:prstGeom>
        <a:blipFill>
          <a:blip xmlns:r="http://schemas.openxmlformats.org/officeDocument/2006/relationships" r:embed="rId13"/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8ABCF7-979C-7049-BAB4-A89DAC03F38A}">
      <dsp:nvSpPr>
        <dsp:cNvPr id="0" name=""/>
        <dsp:cNvSpPr/>
      </dsp:nvSpPr>
      <dsp:spPr>
        <a:xfrm>
          <a:off x="591168" y="3839131"/>
          <a:ext cx="72955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Single  Sign-on &amp; data Synced across devices</a:t>
          </a:r>
        </a:p>
      </dsp:txBody>
      <dsp:txXfrm>
        <a:off x="591168" y="3839131"/>
        <a:ext cx="7295531" cy="5118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DBD55FB-720D-7856-6475-15D9CCDBA6A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23933" r="1086"/>
          <a:stretch>
            <a:fillRect/>
          </a:stretch>
        </p:blipFill>
        <p:spPr>
          <a:xfrm>
            <a:off x="20" y="10"/>
            <a:ext cx="9141693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5286" y="1124712"/>
            <a:ext cx="6858000" cy="3063240"/>
          </a:xfrm>
        </p:spPr>
        <p:txBody>
          <a:bodyPr>
            <a:normAutofit/>
          </a:bodyPr>
          <a:lstStyle/>
          <a:p>
            <a:r>
              <a:rPr lang="en-US" sz="5700" dirty="0">
                <a:solidFill>
                  <a:schemeClr val="bg1"/>
                </a:solidFill>
              </a:rPr>
              <a:t>Weather Forecast Mobile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5286" y="4599432"/>
            <a:ext cx="6858000" cy="122752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>
                <a:solidFill>
                  <a:schemeClr val="bg1"/>
                </a:solidFill>
              </a:rPr>
              <a:t>James Vashiri</a:t>
            </a:r>
          </a:p>
          <a:p>
            <a:pPr>
              <a:lnSpc>
                <a:spcPct val="90000"/>
              </a:lnSpc>
            </a:pPr>
            <a:r>
              <a:rPr lang="en-US" sz="2200">
                <a:solidFill>
                  <a:schemeClr val="bg1"/>
                </a:solidFill>
              </a:rPr>
              <a:t>Computer and Information Science, MS</a:t>
            </a:r>
          </a:p>
          <a:p>
            <a:pPr>
              <a:lnSpc>
                <a:spcPct val="90000"/>
              </a:lnSpc>
            </a:pPr>
            <a:r>
              <a:rPr lang="en-US" sz="2200">
                <a:solidFill>
                  <a:schemeClr val="bg1"/>
                </a:solidFill>
              </a:rPr>
              <a:t>Fall 2025</a:t>
            </a:r>
          </a:p>
        </p:txBody>
      </p:sp>
    </p:spTree>
    <p:extLst>
      <p:ext uri="{BB962C8B-B14F-4D97-AF65-F5344CB8AC3E}">
        <p14:creationId xmlns:p14="http://schemas.microsoft.com/office/powerpoint/2010/main" val="3625006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4777739"/>
            <a:ext cx="2564242" cy="1412119"/>
          </a:xfrm>
        </p:spPr>
        <p:txBody>
          <a:bodyPr>
            <a:normAutofit/>
          </a:bodyPr>
          <a:lstStyle/>
          <a:p>
            <a:r>
              <a:rPr lang="en-US" sz="4200"/>
              <a:t>Problem Statement</a:t>
            </a:r>
          </a:p>
        </p:txBody>
      </p:sp>
      <p:pic>
        <p:nvPicPr>
          <p:cNvPr id="5" name="Picture 4" descr="Yellow umbrella in a sea of many black umbrellas">
            <a:extLst>
              <a:ext uri="{FF2B5EF4-FFF2-40B4-BE49-F238E27FC236}">
                <a16:creationId xmlns:a16="http://schemas.microsoft.com/office/drawing/2014/main" id="{33917A56-9E7E-2FF6-2F0D-29BEDEADB0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29" b="4746"/>
          <a:stretch>
            <a:fillRect/>
          </a:stretch>
        </p:blipFill>
        <p:spPr>
          <a:xfrm>
            <a:off x="20" y="10"/>
            <a:ext cx="9143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0" y="4777739"/>
            <a:ext cx="5173220" cy="1399223"/>
          </a:xfrm>
        </p:spPr>
        <p:txBody>
          <a:bodyPr anchor="ctr">
            <a:normAutofit/>
          </a:bodyPr>
          <a:lstStyle/>
          <a:p>
            <a:r>
              <a:rPr lang="en-US" sz="1900"/>
              <a:t>People need localized, reliable weather updates</a:t>
            </a:r>
          </a:p>
          <a:p>
            <a:r>
              <a:rPr lang="en-US" sz="1900"/>
              <a:t>Current apps are cluttered </a:t>
            </a:r>
          </a:p>
          <a:p>
            <a:r>
              <a:rPr lang="en-US" sz="1900"/>
              <a:t>not personalized</a:t>
            </a:r>
          </a:p>
        </p:txBody>
      </p:sp>
    </p:spTree>
    <p:extLst>
      <p:ext uri="{BB962C8B-B14F-4D97-AF65-F5344CB8AC3E}">
        <p14:creationId xmlns:p14="http://schemas.microsoft.com/office/powerpoint/2010/main" val="2717882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</p:spPr>
        <p:txBody>
          <a:bodyPr>
            <a:normAutofit/>
          </a:bodyPr>
          <a:lstStyle/>
          <a:p>
            <a:r>
              <a:rPr lang="en-US" sz="4500"/>
              <a:t>Solution / Concept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DAD43A63-D1AD-3A2C-9E02-AFE5AB01731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44446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F8446B12-7391-4711-8B31-112A0B896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49" y="3990205"/>
            <a:ext cx="7889082" cy="1200329"/>
          </a:xfrm>
        </p:spPr>
        <p:txBody>
          <a:bodyPr wrap="square" anchor="b">
            <a:normAutofit/>
          </a:bodyPr>
          <a:lstStyle/>
          <a:p>
            <a:pPr algn="l"/>
            <a:r>
              <a:rPr lang="en-US" sz="5800">
                <a:solidFill>
                  <a:schemeClr val="bg1"/>
                </a:solidFill>
              </a:rPr>
              <a:t>WeatherApp Story Cards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0316" y="5551200"/>
            <a:ext cx="4937522" cy="1075952"/>
          </a:xfrm>
        </p:spPr>
        <p:txBody>
          <a:bodyPr anchor="t">
            <a:norm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Complete User Stories</a:t>
            </a:r>
          </a:p>
        </p:txBody>
      </p:sp>
      <p:pic>
        <p:nvPicPr>
          <p:cNvPr id="5" name="Picture 4" descr="A sun and clouds in the sky&#10;&#10;AI-generated content may be incorrect.">
            <a:extLst>
              <a:ext uri="{FF2B5EF4-FFF2-40B4-BE49-F238E27FC236}">
                <a16:creationId xmlns:a16="http://schemas.microsoft.com/office/drawing/2014/main" id="{4494CFE5-3D8E-A444-081D-A9C34FDE06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8889"/>
          <a:stretch>
            <a:fillRect/>
          </a:stretch>
        </p:blipFill>
        <p:spPr>
          <a:xfrm>
            <a:off x="20" y="10"/>
            <a:ext cx="9143980" cy="3657590"/>
          </a:xfrm>
          <a:custGeom>
            <a:avLst/>
            <a:gdLst/>
            <a:ahLst/>
            <a:cxnLst/>
            <a:rect l="l" t="t" r="r" b="b"/>
            <a:pathLst>
              <a:path w="12192000" h="3657600">
                <a:moveTo>
                  <a:pt x="7230262" y="3468462"/>
                </a:moveTo>
                <a:lnTo>
                  <a:pt x="7197115" y="3474938"/>
                </a:lnTo>
                <a:lnTo>
                  <a:pt x="7214545" y="3473344"/>
                </a:lnTo>
                <a:cubicBezTo>
                  <a:pt x="7220308" y="3472558"/>
                  <a:pt x="7225785" y="3471224"/>
                  <a:pt x="7230262" y="3468462"/>
                </a:cubicBezTo>
                <a:close/>
                <a:moveTo>
                  <a:pt x="7009120" y="3411863"/>
                </a:moveTo>
                <a:lnTo>
                  <a:pt x="7021563" y="3422955"/>
                </a:lnTo>
                <a:lnTo>
                  <a:pt x="7021563" y="3422954"/>
                </a:lnTo>
                <a:close/>
                <a:moveTo>
                  <a:pt x="7768443" y="3303674"/>
                </a:moveTo>
                <a:lnTo>
                  <a:pt x="7768443" y="3303675"/>
                </a:lnTo>
                <a:lnTo>
                  <a:pt x="7792447" y="3326153"/>
                </a:lnTo>
                <a:cubicBezTo>
                  <a:pt x="7785969" y="3320057"/>
                  <a:pt x="7779301" y="3313961"/>
                  <a:pt x="7768443" y="3303674"/>
                </a:cubicBezTo>
                <a:close/>
                <a:moveTo>
                  <a:pt x="4038748" y="3301555"/>
                </a:moveTo>
                <a:lnTo>
                  <a:pt x="4030517" y="3313199"/>
                </a:lnTo>
                <a:cubicBezTo>
                  <a:pt x="4026230" y="3321105"/>
                  <a:pt x="4021242" y="3327345"/>
                  <a:pt x="4015609" y="3332050"/>
                </a:cubicBezTo>
                <a:lnTo>
                  <a:pt x="3996845" y="3341704"/>
                </a:lnTo>
                <a:cubicBezTo>
                  <a:pt x="4010562" y="3338155"/>
                  <a:pt x="4021944" y="3329011"/>
                  <a:pt x="4030518" y="3313199"/>
                </a:cubicBezTo>
                <a:close/>
                <a:moveTo>
                  <a:pt x="6245343" y="3298149"/>
                </a:moveTo>
                <a:lnTo>
                  <a:pt x="6274406" y="3304945"/>
                </a:lnTo>
                <a:lnTo>
                  <a:pt x="6291247" y="3311262"/>
                </a:lnTo>
                <a:lnTo>
                  <a:pt x="6291385" y="3311314"/>
                </a:lnTo>
                <a:lnTo>
                  <a:pt x="6306284" y="3317152"/>
                </a:lnTo>
                <a:lnTo>
                  <a:pt x="6308075" y="3317568"/>
                </a:lnTo>
                <a:lnTo>
                  <a:pt x="6313855" y="3319733"/>
                </a:lnTo>
                <a:cubicBezTo>
                  <a:pt x="6321454" y="3322121"/>
                  <a:pt x="6329151" y="3323858"/>
                  <a:pt x="6337048" y="3324296"/>
                </a:cubicBezTo>
                <a:lnTo>
                  <a:pt x="6308075" y="3317568"/>
                </a:lnTo>
                <a:lnTo>
                  <a:pt x="6291385" y="3311314"/>
                </a:lnTo>
                <a:lnTo>
                  <a:pt x="6276197" y="3305364"/>
                </a:lnTo>
                <a:lnTo>
                  <a:pt x="6274406" y="3304945"/>
                </a:lnTo>
                <a:lnTo>
                  <a:pt x="6268613" y="3302771"/>
                </a:lnTo>
                <a:cubicBezTo>
                  <a:pt x="6260996" y="3300370"/>
                  <a:pt x="6253273" y="3298613"/>
                  <a:pt x="6245343" y="3298149"/>
                </a:cubicBezTo>
                <a:close/>
                <a:moveTo>
                  <a:pt x="6558837" y="3268317"/>
                </a:moveTo>
                <a:cubicBezTo>
                  <a:pt x="6548970" y="3267668"/>
                  <a:pt x="6539355" y="3268073"/>
                  <a:pt x="6529984" y="3269763"/>
                </a:cubicBezTo>
                <a:lnTo>
                  <a:pt x="6589207" y="3273193"/>
                </a:lnTo>
                <a:cubicBezTo>
                  <a:pt x="6578825" y="3270668"/>
                  <a:pt x="6568705" y="3268966"/>
                  <a:pt x="6558837" y="3268317"/>
                </a:cubicBezTo>
                <a:close/>
                <a:moveTo>
                  <a:pt x="4834454" y="3207659"/>
                </a:moveTo>
                <a:cubicBezTo>
                  <a:pt x="4849504" y="3224138"/>
                  <a:pt x="4866316" y="3230376"/>
                  <a:pt x="4883986" y="3231901"/>
                </a:cubicBezTo>
                <a:lnTo>
                  <a:pt x="4858238" y="3225387"/>
                </a:lnTo>
                <a:cubicBezTo>
                  <a:pt x="4849945" y="3221578"/>
                  <a:pt x="4841981" y="3215898"/>
                  <a:pt x="4834454" y="3207659"/>
                </a:cubicBezTo>
                <a:close/>
                <a:moveTo>
                  <a:pt x="5056443" y="3205325"/>
                </a:moveTo>
                <a:lnTo>
                  <a:pt x="5072589" y="3206105"/>
                </a:lnTo>
                <a:cubicBezTo>
                  <a:pt x="5078053" y="3207563"/>
                  <a:pt x="5083590" y="3210326"/>
                  <a:pt x="5089162" y="3214707"/>
                </a:cubicBezTo>
                <a:cubicBezTo>
                  <a:pt x="5078020" y="3205944"/>
                  <a:pt x="5067015" y="3203658"/>
                  <a:pt x="5056443" y="3205325"/>
                </a:cubicBezTo>
                <a:close/>
                <a:moveTo>
                  <a:pt x="739852" y="2905443"/>
                </a:moveTo>
                <a:cubicBezTo>
                  <a:pt x="733899" y="2911992"/>
                  <a:pt x="728660" y="2919613"/>
                  <a:pt x="724278" y="2926662"/>
                </a:cubicBezTo>
                <a:cubicBezTo>
                  <a:pt x="719849" y="2933806"/>
                  <a:pt x="714527" y="2939152"/>
                  <a:pt x="708621" y="2942822"/>
                </a:cubicBezTo>
                <a:lnTo>
                  <a:pt x="691439" y="2948297"/>
                </a:lnTo>
                <a:lnTo>
                  <a:pt x="708622" y="2942822"/>
                </a:lnTo>
                <a:cubicBezTo>
                  <a:pt x="714527" y="2939152"/>
                  <a:pt x="719849" y="2933806"/>
                  <a:pt x="724279" y="2926662"/>
                </a:cubicBezTo>
                <a:cubicBezTo>
                  <a:pt x="728660" y="2919613"/>
                  <a:pt x="733899" y="2911992"/>
                  <a:pt x="739852" y="2905443"/>
                </a:cubicBezTo>
                <a:close/>
                <a:moveTo>
                  <a:pt x="8934151" y="2836933"/>
                </a:moveTo>
                <a:cubicBezTo>
                  <a:pt x="8940248" y="2842173"/>
                  <a:pt x="8947058" y="2847506"/>
                  <a:pt x="8954249" y="2851864"/>
                </a:cubicBezTo>
                <a:lnTo>
                  <a:pt x="8962389" y="2855163"/>
                </a:lnTo>
                <a:lnTo>
                  <a:pt x="8954250" y="2851864"/>
                </a:lnTo>
                <a:cubicBezTo>
                  <a:pt x="8947058" y="2847506"/>
                  <a:pt x="8940248" y="2842173"/>
                  <a:pt x="8934151" y="2836933"/>
                </a:cubicBezTo>
                <a:close/>
                <a:moveTo>
                  <a:pt x="2314816" y="2835337"/>
                </a:moveTo>
                <a:cubicBezTo>
                  <a:pt x="2309720" y="2836314"/>
                  <a:pt x="2304339" y="2838362"/>
                  <a:pt x="2300909" y="2840743"/>
                </a:cubicBezTo>
                <a:cubicBezTo>
                  <a:pt x="2267856" y="2863985"/>
                  <a:pt x="2242281" y="2875891"/>
                  <a:pt x="2216515" y="2876487"/>
                </a:cubicBezTo>
                <a:cubicBezTo>
                  <a:pt x="2242281" y="2875891"/>
                  <a:pt x="2267856" y="2863985"/>
                  <a:pt x="2300910" y="2840743"/>
                </a:cubicBezTo>
                <a:close/>
                <a:moveTo>
                  <a:pt x="1916629" y="2813600"/>
                </a:moveTo>
                <a:lnTo>
                  <a:pt x="1907132" y="2816930"/>
                </a:lnTo>
                <a:lnTo>
                  <a:pt x="1866619" y="2826615"/>
                </a:lnTo>
                <a:lnTo>
                  <a:pt x="1907133" y="2816930"/>
                </a:lnTo>
                <a:close/>
                <a:moveTo>
                  <a:pt x="2058204" y="2802832"/>
                </a:moveTo>
                <a:cubicBezTo>
                  <a:pt x="2076636" y="2804546"/>
                  <a:pt x="2095174" y="2805403"/>
                  <a:pt x="2108194" y="2817539"/>
                </a:cubicBezTo>
                <a:cubicBezTo>
                  <a:pt x="2095175" y="2805403"/>
                  <a:pt x="2076636" y="2804546"/>
                  <a:pt x="2058204" y="2802832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810707"/>
                </a:lnTo>
                <a:cubicBezTo>
                  <a:pt x="12192000" y="826330"/>
                  <a:pt x="12192000" y="835855"/>
                  <a:pt x="12192000" y="845570"/>
                </a:cubicBezTo>
                <a:lnTo>
                  <a:pt x="12192000" y="1243302"/>
                </a:lnTo>
                <a:lnTo>
                  <a:pt x="12160947" y="1271923"/>
                </a:lnTo>
                <a:cubicBezTo>
                  <a:pt x="12118083" y="1293449"/>
                  <a:pt x="12072360" y="1312882"/>
                  <a:pt x="12026448" y="1332123"/>
                </a:cubicBezTo>
                <a:cubicBezTo>
                  <a:pt x="12013114" y="1337649"/>
                  <a:pt x="11998443" y="1340697"/>
                  <a:pt x="11986443" y="1348126"/>
                </a:cubicBezTo>
                <a:cubicBezTo>
                  <a:pt x="11931195" y="1382036"/>
                  <a:pt x="11877664" y="1418614"/>
                  <a:pt x="11821656" y="1451191"/>
                </a:cubicBezTo>
                <a:cubicBezTo>
                  <a:pt x="11763931" y="1484910"/>
                  <a:pt x="11712304" y="1524726"/>
                  <a:pt x="11672489" y="1578639"/>
                </a:cubicBezTo>
                <a:cubicBezTo>
                  <a:pt x="11635529" y="1628743"/>
                  <a:pt x="11599714" y="1679607"/>
                  <a:pt x="11562947" y="1729900"/>
                </a:cubicBezTo>
                <a:cubicBezTo>
                  <a:pt x="11553613" y="1742665"/>
                  <a:pt x="11545039" y="1757715"/>
                  <a:pt x="11532275" y="1765907"/>
                </a:cubicBezTo>
                <a:cubicBezTo>
                  <a:pt x="11505795" y="1783052"/>
                  <a:pt x="11476838" y="1796959"/>
                  <a:pt x="11448453" y="1811057"/>
                </a:cubicBezTo>
                <a:cubicBezTo>
                  <a:pt x="11424069" y="1823059"/>
                  <a:pt x="11398160" y="1832011"/>
                  <a:pt x="11374346" y="1844966"/>
                </a:cubicBezTo>
                <a:cubicBezTo>
                  <a:pt x="11355296" y="1855255"/>
                  <a:pt x="11338339" y="1869543"/>
                  <a:pt x="11320623" y="1882497"/>
                </a:cubicBezTo>
                <a:cubicBezTo>
                  <a:pt x="11305192" y="1893736"/>
                  <a:pt x="11288238" y="1903452"/>
                  <a:pt x="11275283" y="1916978"/>
                </a:cubicBezTo>
                <a:cubicBezTo>
                  <a:pt x="11243658" y="1949745"/>
                  <a:pt x="11211843" y="1981940"/>
                  <a:pt x="11172600" y="2006136"/>
                </a:cubicBezTo>
                <a:cubicBezTo>
                  <a:pt x="11133927" y="2030138"/>
                  <a:pt x="11097350" y="2057001"/>
                  <a:pt x="11058869" y="2081386"/>
                </a:cubicBezTo>
                <a:cubicBezTo>
                  <a:pt x="11021146" y="2105199"/>
                  <a:pt x="10987046" y="2131297"/>
                  <a:pt x="10967423" y="2173591"/>
                </a:cubicBezTo>
                <a:cubicBezTo>
                  <a:pt x="10958661" y="2192259"/>
                  <a:pt x="10946279" y="2212644"/>
                  <a:pt x="10929704" y="2223503"/>
                </a:cubicBezTo>
                <a:cubicBezTo>
                  <a:pt x="10906081" y="2238934"/>
                  <a:pt x="10876171" y="2244459"/>
                  <a:pt x="10850453" y="2257603"/>
                </a:cubicBezTo>
                <a:cubicBezTo>
                  <a:pt x="10820162" y="2273034"/>
                  <a:pt x="10785111" y="2286370"/>
                  <a:pt x="10764534" y="2310945"/>
                </a:cubicBezTo>
                <a:cubicBezTo>
                  <a:pt x="10746246" y="2332855"/>
                  <a:pt x="10727767" y="2349999"/>
                  <a:pt x="10703573" y="2363905"/>
                </a:cubicBezTo>
                <a:cubicBezTo>
                  <a:pt x="10686617" y="2373622"/>
                  <a:pt x="10674046" y="2391338"/>
                  <a:pt x="10656519" y="2399340"/>
                </a:cubicBezTo>
                <a:cubicBezTo>
                  <a:pt x="10633467" y="2410009"/>
                  <a:pt x="10610225" y="2418391"/>
                  <a:pt x="10590031" y="2434966"/>
                </a:cubicBezTo>
                <a:cubicBezTo>
                  <a:pt x="10569075" y="2452110"/>
                  <a:pt x="10545263" y="2465636"/>
                  <a:pt x="10523354" y="2481639"/>
                </a:cubicBezTo>
                <a:cubicBezTo>
                  <a:pt x="10511734" y="2490211"/>
                  <a:pt x="10502208" y="2501451"/>
                  <a:pt x="10490969" y="2510406"/>
                </a:cubicBezTo>
                <a:cubicBezTo>
                  <a:pt x="10470394" y="2526788"/>
                  <a:pt x="10449438" y="2542791"/>
                  <a:pt x="10428291" y="2558222"/>
                </a:cubicBezTo>
                <a:cubicBezTo>
                  <a:pt x="10407146" y="2573655"/>
                  <a:pt x="10386952" y="2591561"/>
                  <a:pt x="10363709" y="2602801"/>
                </a:cubicBezTo>
                <a:cubicBezTo>
                  <a:pt x="10324086" y="2621851"/>
                  <a:pt x="10280840" y="2633282"/>
                  <a:pt x="10242357" y="2653857"/>
                </a:cubicBezTo>
                <a:cubicBezTo>
                  <a:pt x="10203304" y="2674811"/>
                  <a:pt x="10166536" y="2701103"/>
                  <a:pt x="10131863" y="2728915"/>
                </a:cubicBezTo>
                <a:cubicBezTo>
                  <a:pt x="10104430" y="2750824"/>
                  <a:pt x="10078713" y="2772543"/>
                  <a:pt x="10044230" y="2783782"/>
                </a:cubicBezTo>
                <a:cubicBezTo>
                  <a:pt x="10024990" y="2790070"/>
                  <a:pt x="10004797" y="2803786"/>
                  <a:pt x="9993175" y="2819789"/>
                </a:cubicBezTo>
                <a:cubicBezTo>
                  <a:pt x="9968027" y="2854649"/>
                  <a:pt x="9935832" y="2879226"/>
                  <a:pt x="9899446" y="2900182"/>
                </a:cubicBezTo>
                <a:cubicBezTo>
                  <a:pt x="9850865" y="2928376"/>
                  <a:pt x="9802858" y="2957143"/>
                  <a:pt x="9754088" y="2984766"/>
                </a:cubicBezTo>
                <a:cubicBezTo>
                  <a:pt x="9725323" y="3001151"/>
                  <a:pt x="9696749" y="3018485"/>
                  <a:pt x="9666265" y="3030488"/>
                </a:cubicBezTo>
                <a:cubicBezTo>
                  <a:pt x="9603971" y="3055255"/>
                  <a:pt x="9540152" y="3076399"/>
                  <a:pt x="9477283" y="3099451"/>
                </a:cubicBezTo>
                <a:cubicBezTo>
                  <a:pt x="9456709" y="3106880"/>
                  <a:pt x="9437278" y="3117549"/>
                  <a:pt x="9416321" y="3124026"/>
                </a:cubicBezTo>
                <a:cubicBezTo>
                  <a:pt x="9393650" y="3131075"/>
                  <a:pt x="9369267" y="3133171"/>
                  <a:pt x="9346597" y="3140219"/>
                </a:cubicBezTo>
                <a:cubicBezTo>
                  <a:pt x="9308875" y="3151840"/>
                  <a:pt x="9272298" y="3166701"/>
                  <a:pt x="9234579" y="3178511"/>
                </a:cubicBezTo>
                <a:cubicBezTo>
                  <a:pt x="9161805" y="3201182"/>
                  <a:pt x="9088840" y="3222899"/>
                  <a:pt x="9015878" y="3244426"/>
                </a:cubicBezTo>
                <a:cubicBezTo>
                  <a:pt x="9000257" y="3248999"/>
                  <a:pt x="8983301" y="3249570"/>
                  <a:pt x="8967871" y="3254523"/>
                </a:cubicBezTo>
                <a:cubicBezTo>
                  <a:pt x="8926911" y="3267859"/>
                  <a:pt x="8886142" y="3282336"/>
                  <a:pt x="8845565" y="3297007"/>
                </a:cubicBezTo>
                <a:cubicBezTo>
                  <a:pt x="8820990" y="3305961"/>
                  <a:pt x="8796985" y="3317009"/>
                  <a:pt x="8772219" y="3325582"/>
                </a:cubicBezTo>
                <a:cubicBezTo>
                  <a:pt x="8752407" y="3332440"/>
                  <a:pt x="8732023" y="3337774"/>
                  <a:pt x="8711448" y="3341966"/>
                </a:cubicBezTo>
                <a:cubicBezTo>
                  <a:pt x="8693731" y="3345586"/>
                  <a:pt x="8675253" y="3345203"/>
                  <a:pt x="8657726" y="3349586"/>
                </a:cubicBezTo>
                <a:cubicBezTo>
                  <a:pt x="8610288" y="3361397"/>
                  <a:pt x="8563425" y="3374733"/>
                  <a:pt x="8516369" y="3387305"/>
                </a:cubicBezTo>
                <a:cubicBezTo>
                  <a:pt x="8497511" y="3392259"/>
                  <a:pt x="8478269" y="3395880"/>
                  <a:pt x="8459979" y="3402166"/>
                </a:cubicBezTo>
                <a:cubicBezTo>
                  <a:pt x="8411019" y="3418741"/>
                  <a:pt x="8362822" y="3437599"/>
                  <a:pt x="8313671" y="3453222"/>
                </a:cubicBezTo>
                <a:cubicBezTo>
                  <a:pt x="8272903" y="3466176"/>
                  <a:pt x="8230992" y="3475510"/>
                  <a:pt x="8189651" y="3486941"/>
                </a:cubicBezTo>
                <a:cubicBezTo>
                  <a:pt x="8172124" y="3491895"/>
                  <a:pt x="8155359" y="3498943"/>
                  <a:pt x="8137835" y="3503134"/>
                </a:cubicBezTo>
                <a:cubicBezTo>
                  <a:pt x="8098590" y="3512659"/>
                  <a:pt x="8058774" y="3520659"/>
                  <a:pt x="8019339" y="3530186"/>
                </a:cubicBezTo>
                <a:cubicBezTo>
                  <a:pt x="7996859" y="3535710"/>
                  <a:pt x="7975142" y="3545617"/>
                  <a:pt x="7952280" y="3549237"/>
                </a:cubicBezTo>
                <a:cubicBezTo>
                  <a:pt x="7897987" y="3557809"/>
                  <a:pt x="7843311" y="3563905"/>
                  <a:pt x="7788636" y="3570763"/>
                </a:cubicBezTo>
                <a:cubicBezTo>
                  <a:pt x="7732247" y="3577811"/>
                  <a:pt x="7676047" y="3585242"/>
                  <a:pt x="7619655" y="3591528"/>
                </a:cubicBezTo>
                <a:cubicBezTo>
                  <a:pt x="7588795" y="3594768"/>
                  <a:pt x="7557742" y="3595338"/>
                  <a:pt x="7526880" y="3598386"/>
                </a:cubicBezTo>
                <a:cubicBezTo>
                  <a:pt x="7499828" y="3601055"/>
                  <a:pt x="7472967" y="3606007"/>
                  <a:pt x="7445916" y="3609247"/>
                </a:cubicBezTo>
                <a:cubicBezTo>
                  <a:pt x="7422483" y="3611913"/>
                  <a:pt x="7398860" y="3613437"/>
                  <a:pt x="7375428" y="3616105"/>
                </a:cubicBezTo>
                <a:cubicBezTo>
                  <a:pt x="7337899" y="3620485"/>
                  <a:pt x="7300559" y="3625439"/>
                  <a:pt x="7263220" y="3630011"/>
                </a:cubicBezTo>
                <a:cubicBezTo>
                  <a:pt x="7247599" y="3631726"/>
                  <a:pt x="7231214" y="3636488"/>
                  <a:pt x="7216547" y="3633632"/>
                </a:cubicBezTo>
                <a:cubicBezTo>
                  <a:pt x="7179587" y="3626391"/>
                  <a:pt x="7143199" y="3628487"/>
                  <a:pt x="7106432" y="3633440"/>
                </a:cubicBezTo>
                <a:cubicBezTo>
                  <a:pt x="7093860" y="3635155"/>
                  <a:pt x="7080334" y="3634774"/>
                  <a:pt x="7068141" y="3631536"/>
                </a:cubicBezTo>
                <a:cubicBezTo>
                  <a:pt x="7043184" y="3625057"/>
                  <a:pt x="7018991" y="3615913"/>
                  <a:pt x="6994415" y="3607913"/>
                </a:cubicBezTo>
                <a:cubicBezTo>
                  <a:pt x="6991747" y="3606961"/>
                  <a:pt x="6988509" y="3606769"/>
                  <a:pt x="6985653" y="3606199"/>
                </a:cubicBezTo>
                <a:cubicBezTo>
                  <a:pt x="6969457" y="3602959"/>
                  <a:pt x="6953457" y="3599720"/>
                  <a:pt x="6937263" y="3596863"/>
                </a:cubicBezTo>
                <a:cubicBezTo>
                  <a:pt x="6928501" y="3595338"/>
                  <a:pt x="6919547" y="3595149"/>
                  <a:pt x="6910782" y="3593814"/>
                </a:cubicBezTo>
                <a:cubicBezTo>
                  <a:pt x="6876872" y="3588480"/>
                  <a:pt x="6839534" y="3597434"/>
                  <a:pt x="6810195" y="3574384"/>
                </a:cubicBezTo>
                <a:cubicBezTo>
                  <a:pt x="6791144" y="3559523"/>
                  <a:pt x="6772665" y="3562953"/>
                  <a:pt x="6752283" y="3565239"/>
                </a:cubicBezTo>
                <a:cubicBezTo>
                  <a:pt x="6736851" y="3566953"/>
                  <a:pt x="6721038" y="3566382"/>
                  <a:pt x="6705417" y="3566574"/>
                </a:cubicBezTo>
                <a:cubicBezTo>
                  <a:pt x="6677984" y="3567143"/>
                  <a:pt x="6650551" y="3567335"/>
                  <a:pt x="6623118" y="3568287"/>
                </a:cubicBezTo>
                <a:cubicBezTo>
                  <a:pt x="6614353" y="3568667"/>
                  <a:pt x="6605401" y="3573432"/>
                  <a:pt x="6596828" y="3572670"/>
                </a:cubicBezTo>
                <a:cubicBezTo>
                  <a:pt x="6557201" y="3569049"/>
                  <a:pt x="6517576" y="3563334"/>
                  <a:pt x="6477951" y="3560095"/>
                </a:cubicBezTo>
                <a:cubicBezTo>
                  <a:pt x="6455472" y="3558191"/>
                  <a:pt x="6432420" y="3561809"/>
                  <a:pt x="6410131" y="3559143"/>
                </a:cubicBezTo>
                <a:cubicBezTo>
                  <a:pt x="6384414" y="3556095"/>
                  <a:pt x="6359268" y="3548285"/>
                  <a:pt x="6333739" y="3543520"/>
                </a:cubicBezTo>
                <a:cubicBezTo>
                  <a:pt x="6326691" y="3542189"/>
                  <a:pt x="6318880" y="3543903"/>
                  <a:pt x="6311449" y="3544282"/>
                </a:cubicBezTo>
                <a:cubicBezTo>
                  <a:pt x="6303068" y="3544664"/>
                  <a:pt x="6294876" y="3545426"/>
                  <a:pt x="6286493" y="3545617"/>
                </a:cubicBezTo>
                <a:cubicBezTo>
                  <a:pt x="6260964" y="3545999"/>
                  <a:pt x="6235437" y="3545426"/>
                  <a:pt x="6209909" y="3546761"/>
                </a:cubicBezTo>
                <a:cubicBezTo>
                  <a:pt x="6194288" y="3547522"/>
                  <a:pt x="6177905" y="3555333"/>
                  <a:pt x="6163425" y="3552474"/>
                </a:cubicBezTo>
                <a:cubicBezTo>
                  <a:pt x="6133897" y="3546951"/>
                  <a:pt x="6104368" y="3559333"/>
                  <a:pt x="6074842" y="3549047"/>
                </a:cubicBezTo>
                <a:cubicBezTo>
                  <a:pt x="6065695" y="3545999"/>
                  <a:pt x="6053124" y="3553619"/>
                  <a:pt x="6042072" y="3553999"/>
                </a:cubicBezTo>
                <a:cubicBezTo>
                  <a:pt x="6014449" y="3554951"/>
                  <a:pt x="5986828" y="3554761"/>
                  <a:pt x="5959204" y="3554571"/>
                </a:cubicBezTo>
                <a:cubicBezTo>
                  <a:pt x="5934438" y="3554381"/>
                  <a:pt x="5908719" y="3557047"/>
                  <a:pt x="5884906" y="3551713"/>
                </a:cubicBezTo>
                <a:cubicBezTo>
                  <a:pt x="5859949" y="3545999"/>
                  <a:pt x="5837472" y="3546761"/>
                  <a:pt x="5813276" y="3553237"/>
                </a:cubicBezTo>
                <a:cubicBezTo>
                  <a:pt x="5796702" y="3557619"/>
                  <a:pt x="5779174" y="3558191"/>
                  <a:pt x="5762029" y="3559523"/>
                </a:cubicBezTo>
                <a:cubicBezTo>
                  <a:pt x="5743551" y="3561047"/>
                  <a:pt x="5723166" y="3557047"/>
                  <a:pt x="5706401" y="3563334"/>
                </a:cubicBezTo>
                <a:cubicBezTo>
                  <a:pt x="5656488" y="3582003"/>
                  <a:pt x="5605244" y="3586003"/>
                  <a:pt x="5553045" y="3586003"/>
                </a:cubicBezTo>
                <a:cubicBezTo>
                  <a:pt x="5543518" y="3586003"/>
                  <a:pt x="5533802" y="3583338"/>
                  <a:pt x="5524660" y="3580480"/>
                </a:cubicBezTo>
                <a:cubicBezTo>
                  <a:pt x="5471316" y="3563334"/>
                  <a:pt x="5417784" y="3564857"/>
                  <a:pt x="5363491" y="3575336"/>
                </a:cubicBezTo>
                <a:cubicBezTo>
                  <a:pt x="5352250" y="3577622"/>
                  <a:pt x="5339677" y="3578003"/>
                  <a:pt x="5328438" y="3575718"/>
                </a:cubicBezTo>
                <a:cubicBezTo>
                  <a:pt x="5296812" y="3569049"/>
                  <a:pt x="5266141" y="3557999"/>
                  <a:pt x="5234326" y="3553237"/>
                </a:cubicBezTo>
                <a:cubicBezTo>
                  <a:pt x="5181748" y="3545426"/>
                  <a:pt x="5136216" y="3571715"/>
                  <a:pt x="5089162" y="3588862"/>
                </a:cubicBezTo>
                <a:cubicBezTo>
                  <a:pt x="5044391" y="3605055"/>
                  <a:pt x="5006292" y="3641632"/>
                  <a:pt x="4953328" y="3633440"/>
                </a:cubicBezTo>
                <a:cubicBezTo>
                  <a:pt x="4947996" y="3632678"/>
                  <a:pt x="4942089" y="3637822"/>
                  <a:pt x="4936184" y="3639155"/>
                </a:cubicBezTo>
                <a:cubicBezTo>
                  <a:pt x="4919991" y="3642776"/>
                  <a:pt x="4903799" y="3647155"/>
                  <a:pt x="4887415" y="3648872"/>
                </a:cubicBezTo>
                <a:cubicBezTo>
                  <a:pt x="4867412" y="3651158"/>
                  <a:pt x="4847027" y="3650397"/>
                  <a:pt x="4827024" y="3652301"/>
                </a:cubicBezTo>
                <a:cubicBezTo>
                  <a:pt x="4814166" y="3653444"/>
                  <a:pt x="4801401" y="3655539"/>
                  <a:pt x="4788661" y="3657349"/>
                </a:cubicBezTo>
                <a:lnTo>
                  <a:pt x="4785776" y="3657600"/>
                </a:lnTo>
                <a:lnTo>
                  <a:pt x="4726469" y="3657600"/>
                </a:lnTo>
                <a:lnTo>
                  <a:pt x="4719697" y="3656730"/>
                </a:lnTo>
                <a:cubicBezTo>
                  <a:pt x="4709482" y="3654539"/>
                  <a:pt x="4699289" y="3651920"/>
                  <a:pt x="4689098" y="3650205"/>
                </a:cubicBezTo>
                <a:cubicBezTo>
                  <a:pt x="4660331" y="3645442"/>
                  <a:pt x="4628705" y="3646776"/>
                  <a:pt x="4603368" y="3634584"/>
                </a:cubicBezTo>
                <a:cubicBezTo>
                  <a:pt x="4576318" y="3621629"/>
                  <a:pt x="4550599" y="3615723"/>
                  <a:pt x="4522596" y="3619723"/>
                </a:cubicBezTo>
                <a:cubicBezTo>
                  <a:pt x="4513260" y="3621057"/>
                  <a:pt x="4501257" y="3629059"/>
                  <a:pt x="4497068" y="3637249"/>
                </a:cubicBezTo>
                <a:cubicBezTo>
                  <a:pt x="4487731" y="3655538"/>
                  <a:pt x="4474969" y="3658778"/>
                  <a:pt x="4457632" y="3652490"/>
                </a:cubicBezTo>
                <a:cubicBezTo>
                  <a:pt x="4442581" y="3647155"/>
                  <a:pt x="4424104" y="3644490"/>
                  <a:pt x="4413817" y="3634201"/>
                </a:cubicBezTo>
                <a:cubicBezTo>
                  <a:pt x="4384668" y="3605055"/>
                  <a:pt x="4347518" y="3604103"/>
                  <a:pt x="4311323" y="3596293"/>
                </a:cubicBezTo>
                <a:cubicBezTo>
                  <a:pt x="4289227" y="3591528"/>
                  <a:pt x="4268649" y="3591338"/>
                  <a:pt x="4246551" y="3594576"/>
                </a:cubicBezTo>
                <a:cubicBezTo>
                  <a:pt x="4198546" y="3601816"/>
                  <a:pt x="4151870" y="3591528"/>
                  <a:pt x="4105766" y="3578384"/>
                </a:cubicBezTo>
                <a:cubicBezTo>
                  <a:pt x="4075285" y="3569622"/>
                  <a:pt x="4044043" y="3564287"/>
                  <a:pt x="4013753" y="3555333"/>
                </a:cubicBezTo>
                <a:cubicBezTo>
                  <a:pt x="3991083" y="3548474"/>
                  <a:pt x="3968414" y="3540282"/>
                  <a:pt x="3947648" y="3529234"/>
                </a:cubicBezTo>
                <a:cubicBezTo>
                  <a:pt x="3917546" y="3513040"/>
                  <a:pt x="3891259" y="3488655"/>
                  <a:pt x="3852966" y="3495133"/>
                </a:cubicBezTo>
                <a:cubicBezTo>
                  <a:pt x="3819245" y="3500847"/>
                  <a:pt x="3788766" y="3488847"/>
                  <a:pt x="3757902" y="3477416"/>
                </a:cubicBezTo>
                <a:cubicBezTo>
                  <a:pt x="3735231" y="3469034"/>
                  <a:pt x="3712565" y="3460459"/>
                  <a:pt x="3689131" y="3455126"/>
                </a:cubicBezTo>
                <a:cubicBezTo>
                  <a:pt x="3661315" y="3448839"/>
                  <a:pt x="3629882" y="3451507"/>
                  <a:pt x="3605116" y="3439885"/>
                </a:cubicBezTo>
                <a:cubicBezTo>
                  <a:pt x="3579206" y="3427693"/>
                  <a:pt x="3557682" y="3435885"/>
                  <a:pt x="3534629" y="3439315"/>
                </a:cubicBezTo>
                <a:cubicBezTo>
                  <a:pt x="3497862" y="3444649"/>
                  <a:pt x="3461282" y="3454555"/>
                  <a:pt x="3424135" y="3441982"/>
                </a:cubicBezTo>
                <a:cubicBezTo>
                  <a:pt x="3378986" y="3426741"/>
                  <a:pt x="3334216" y="3410358"/>
                  <a:pt x="3288877" y="3395880"/>
                </a:cubicBezTo>
                <a:cubicBezTo>
                  <a:pt x="3271348" y="3390353"/>
                  <a:pt x="3252492" y="3388067"/>
                  <a:pt x="3234202" y="3385591"/>
                </a:cubicBezTo>
                <a:cubicBezTo>
                  <a:pt x="3216867" y="3383495"/>
                  <a:pt x="3196102" y="3388830"/>
                  <a:pt x="3182763" y="3380829"/>
                </a:cubicBezTo>
                <a:cubicBezTo>
                  <a:pt x="3148472" y="3360255"/>
                  <a:pt x="3113231" y="3350158"/>
                  <a:pt x="3073604" y="3350158"/>
                </a:cubicBezTo>
                <a:cubicBezTo>
                  <a:pt x="3058743" y="3350158"/>
                  <a:pt x="3044264" y="3341584"/>
                  <a:pt x="3029216" y="3340059"/>
                </a:cubicBezTo>
                <a:cubicBezTo>
                  <a:pt x="3008639" y="3338155"/>
                  <a:pt x="2985016" y="3333011"/>
                  <a:pt x="2967110" y="3340251"/>
                </a:cubicBezTo>
                <a:cubicBezTo>
                  <a:pt x="2925008" y="3357397"/>
                  <a:pt x="2890910" y="3343107"/>
                  <a:pt x="2854140" y="3326153"/>
                </a:cubicBezTo>
                <a:cubicBezTo>
                  <a:pt x="2817943" y="3309389"/>
                  <a:pt x="2779842" y="3296055"/>
                  <a:pt x="2741360" y="3285003"/>
                </a:cubicBezTo>
                <a:cubicBezTo>
                  <a:pt x="2726882" y="3281003"/>
                  <a:pt x="2709548" y="3287672"/>
                  <a:pt x="2693543" y="3289005"/>
                </a:cubicBezTo>
                <a:cubicBezTo>
                  <a:pt x="2687827" y="3289386"/>
                  <a:pt x="2681540" y="3289958"/>
                  <a:pt x="2676398" y="3288053"/>
                </a:cubicBezTo>
                <a:cubicBezTo>
                  <a:pt x="2626677" y="3269763"/>
                  <a:pt x="2576191" y="3255857"/>
                  <a:pt x="2522279" y="3265382"/>
                </a:cubicBezTo>
                <a:cubicBezTo>
                  <a:pt x="2517327" y="3266335"/>
                  <a:pt x="2511800" y="3264239"/>
                  <a:pt x="2506847" y="3262905"/>
                </a:cubicBezTo>
                <a:cubicBezTo>
                  <a:pt x="2482652" y="3256047"/>
                  <a:pt x="2459029" y="3245189"/>
                  <a:pt x="2434456" y="3242712"/>
                </a:cubicBezTo>
                <a:cubicBezTo>
                  <a:pt x="2373874" y="3236616"/>
                  <a:pt x="2312915" y="3234138"/>
                  <a:pt x="2251948" y="3230138"/>
                </a:cubicBezTo>
                <a:cubicBezTo>
                  <a:pt x="2248138" y="3229949"/>
                  <a:pt x="2244137" y="3229949"/>
                  <a:pt x="2240710" y="3228614"/>
                </a:cubicBezTo>
                <a:cubicBezTo>
                  <a:pt x="2218229" y="3220422"/>
                  <a:pt x="2198608" y="3223090"/>
                  <a:pt x="2179556" y="3238711"/>
                </a:cubicBezTo>
                <a:cubicBezTo>
                  <a:pt x="2171173" y="3245569"/>
                  <a:pt x="2159743" y="3249189"/>
                  <a:pt x="2149267" y="3252999"/>
                </a:cubicBezTo>
                <a:cubicBezTo>
                  <a:pt x="2133834" y="3258715"/>
                  <a:pt x="2118023" y="3264239"/>
                  <a:pt x="2102021" y="3267859"/>
                </a:cubicBezTo>
                <a:cubicBezTo>
                  <a:pt x="2086208" y="3271288"/>
                  <a:pt x="2069254" y="3276049"/>
                  <a:pt x="2054013" y="3273384"/>
                </a:cubicBezTo>
                <a:cubicBezTo>
                  <a:pt x="2026581" y="3268622"/>
                  <a:pt x="2000479" y="3257953"/>
                  <a:pt x="1973429" y="3250903"/>
                </a:cubicBezTo>
                <a:cubicBezTo>
                  <a:pt x="1964094" y="3248426"/>
                  <a:pt x="1953806" y="3248809"/>
                  <a:pt x="1944092" y="3248617"/>
                </a:cubicBezTo>
                <a:cubicBezTo>
                  <a:pt x="1921800" y="3248047"/>
                  <a:pt x="1898940" y="3253571"/>
                  <a:pt x="1878748" y="3237759"/>
                </a:cubicBezTo>
                <a:cubicBezTo>
                  <a:pt x="1860079" y="3222899"/>
                  <a:pt x="1841216" y="3227280"/>
                  <a:pt x="1821596" y="3238520"/>
                </a:cubicBezTo>
                <a:cubicBezTo>
                  <a:pt x="1807497" y="3246522"/>
                  <a:pt x="1791496" y="3252809"/>
                  <a:pt x="1775684" y="3255857"/>
                </a:cubicBezTo>
                <a:cubicBezTo>
                  <a:pt x="1753965" y="3260047"/>
                  <a:pt x="1732439" y="3261763"/>
                  <a:pt x="1709006" y="3259285"/>
                </a:cubicBezTo>
                <a:cubicBezTo>
                  <a:pt x="1692431" y="3257571"/>
                  <a:pt x="1678904" y="3256809"/>
                  <a:pt x="1665950" y="3246713"/>
                </a:cubicBezTo>
                <a:cubicBezTo>
                  <a:pt x="1663856" y="3245189"/>
                  <a:pt x="1660046" y="3244807"/>
                  <a:pt x="1657188" y="3244999"/>
                </a:cubicBezTo>
                <a:cubicBezTo>
                  <a:pt x="1619658" y="3248237"/>
                  <a:pt x="1582510" y="3246522"/>
                  <a:pt x="1544598" y="3244234"/>
                </a:cubicBezTo>
                <a:cubicBezTo>
                  <a:pt x="1496403" y="3241189"/>
                  <a:pt x="1445725" y="3250141"/>
                  <a:pt x="1404006" y="3282146"/>
                </a:cubicBezTo>
                <a:cubicBezTo>
                  <a:pt x="1397909" y="3286910"/>
                  <a:pt x="1388765" y="3289005"/>
                  <a:pt x="1380762" y="3290149"/>
                </a:cubicBezTo>
                <a:cubicBezTo>
                  <a:pt x="1343044" y="3295101"/>
                  <a:pt x="1305132" y="3298530"/>
                  <a:pt x="1267411" y="3304055"/>
                </a:cubicBezTo>
                <a:cubicBezTo>
                  <a:pt x="1246837" y="3307103"/>
                  <a:pt x="1225310" y="3309770"/>
                  <a:pt x="1206641" y="3318153"/>
                </a:cubicBezTo>
                <a:cubicBezTo>
                  <a:pt x="1188354" y="3326343"/>
                  <a:pt x="1173681" y="3336059"/>
                  <a:pt x="1162823" y="3318915"/>
                </a:cubicBezTo>
                <a:cubicBezTo>
                  <a:pt x="1143394" y="3328059"/>
                  <a:pt x="1126437" y="3335680"/>
                  <a:pt x="1109865" y="3343870"/>
                </a:cubicBezTo>
                <a:cubicBezTo>
                  <a:pt x="1103767" y="3346918"/>
                  <a:pt x="1098623" y="3351872"/>
                  <a:pt x="1092527" y="3354730"/>
                </a:cubicBezTo>
                <a:cubicBezTo>
                  <a:pt x="1086048" y="3357778"/>
                  <a:pt x="1078810" y="3359682"/>
                  <a:pt x="1071762" y="3361207"/>
                </a:cubicBezTo>
                <a:cubicBezTo>
                  <a:pt x="1040327" y="3368065"/>
                  <a:pt x="1008894" y="3374351"/>
                  <a:pt x="977653" y="3381782"/>
                </a:cubicBezTo>
                <a:cubicBezTo>
                  <a:pt x="971554" y="3383305"/>
                  <a:pt x="966411" y="3389401"/>
                  <a:pt x="960887" y="3393401"/>
                </a:cubicBezTo>
                <a:cubicBezTo>
                  <a:pt x="957266" y="3396070"/>
                  <a:pt x="953648" y="3400070"/>
                  <a:pt x="949646" y="3400642"/>
                </a:cubicBezTo>
                <a:cubicBezTo>
                  <a:pt x="919165" y="3405214"/>
                  <a:pt x="888877" y="3410549"/>
                  <a:pt x="858205" y="3412834"/>
                </a:cubicBezTo>
                <a:cubicBezTo>
                  <a:pt x="832486" y="3414738"/>
                  <a:pt x="807719" y="3414168"/>
                  <a:pt x="801053" y="3447315"/>
                </a:cubicBezTo>
                <a:cubicBezTo>
                  <a:pt x="799909" y="3453032"/>
                  <a:pt x="791717" y="3459128"/>
                  <a:pt x="785432" y="3461984"/>
                </a:cubicBezTo>
                <a:cubicBezTo>
                  <a:pt x="767524" y="3470176"/>
                  <a:pt x="748471" y="3475701"/>
                  <a:pt x="730754" y="3484082"/>
                </a:cubicBezTo>
                <a:cubicBezTo>
                  <a:pt x="672650" y="3512088"/>
                  <a:pt x="611880" y="3529805"/>
                  <a:pt x="546917" y="3526566"/>
                </a:cubicBezTo>
                <a:cubicBezTo>
                  <a:pt x="526724" y="3525614"/>
                  <a:pt x="507102" y="3515326"/>
                  <a:pt x="494337" y="3511515"/>
                </a:cubicBezTo>
                <a:cubicBezTo>
                  <a:pt x="457572" y="3526566"/>
                  <a:pt x="426709" y="3541045"/>
                  <a:pt x="394511" y="3551903"/>
                </a:cubicBezTo>
                <a:cubicBezTo>
                  <a:pt x="366127" y="3561619"/>
                  <a:pt x="336408" y="3567715"/>
                  <a:pt x="307259" y="3574763"/>
                </a:cubicBezTo>
                <a:cubicBezTo>
                  <a:pt x="296590" y="3577432"/>
                  <a:pt x="285732" y="3578955"/>
                  <a:pt x="274873" y="3580290"/>
                </a:cubicBezTo>
                <a:cubicBezTo>
                  <a:pt x="240965" y="3584480"/>
                  <a:pt x="205529" y="3574384"/>
                  <a:pt x="172384" y="3590386"/>
                </a:cubicBezTo>
                <a:cubicBezTo>
                  <a:pt x="155046" y="3598768"/>
                  <a:pt x="137898" y="3608865"/>
                  <a:pt x="119613" y="3613247"/>
                </a:cubicBezTo>
                <a:cubicBezTo>
                  <a:pt x="99990" y="3618009"/>
                  <a:pt x="80794" y="3625439"/>
                  <a:pt x="61197" y="3630750"/>
                </a:cubicBezTo>
                <a:lnTo>
                  <a:pt x="544" y="3635521"/>
                </a:lnTo>
                <a:lnTo>
                  <a:pt x="544" y="3508282"/>
                </a:lnTo>
                <a:lnTo>
                  <a:pt x="0" y="3508282"/>
                </a:lnTo>
                <a:close/>
              </a:path>
            </a:pathLst>
          </a:custGeom>
          <a:effectLst>
            <a:outerShdw blurRad="381000" dist="152400" dir="5400000" algn="t" rotWithShape="0">
              <a:prstClr val="black">
                <a:alpha val="20000"/>
              </a:prstClr>
            </a:outerShdw>
          </a:effectLst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4252769E-B9F0-4068-A645-5BBEF16E9C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8" y="857610"/>
            <a:ext cx="9143592" cy="2849976"/>
            <a:chOff x="476" y="-3923157"/>
            <a:chExt cx="10667524" cy="2493729"/>
          </a:xfrm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E12D6AD-7096-45BB-9C02-468B2704C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6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9953252-97DE-4766-B2F6-E4FDA2FDA6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7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" name="Subtitle 2">
            <a:extLst>
              <a:ext uri="{FF2B5EF4-FFF2-40B4-BE49-F238E27FC236}">
                <a16:creationId xmlns:a16="http://schemas.microsoft.com/office/drawing/2014/main" id="{DF80C95A-59DA-BF8C-6FCE-D0D0528BB690}"/>
              </a:ext>
            </a:extLst>
          </p:cNvPr>
          <p:cNvSpPr txBox="1">
            <a:spLocks/>
          </p:cNvSpPr>
          <p:nvPr/>
        </p:nvSpPr>
        <p:spPr>
          <a:xfrm>
            <a:off x="1484961" y="6151980"/>
            <a:ext cx="7062673" cy="484374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</a:pPr>
            <a:r>
              <a:rPr lang="en-US" sz="1300">
                <a:solidFill>
                  <a:schemeClr val="tx2"/>
                </a:solidFill>
              </a:rPr>
              <a:t>James Vashiri </a:t>
            </a:r>
          </a:p>
          <a:p>
            <a:pPr algn="l">
              <a:lnSpc>
                <a:spcPct val="90000"/>
              </a:lnSpc>
            </a:pPr>
            <a:r>
              <a:rPr lang="en-US" sz="1300">
                <a:solidFill>
                  <a:schemeClr val="tx2"/>
                </a:solidFill>
              </a:rPr>
              <a:t>Ms. CIS Marquette University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Story: Logout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endParaRPr lang="en-US" sz="1700"/>
          </a:p>
          <a:p>
            <a:pPr>
              <a:defRPr sz="1200" b="1"/>
            </a:pPr>
            <a:r>
              <a:rPr lang="en-US" sz="1700"/>
              <a:t>Task Description: End user session and return to login.</a:t>
            </a:r>
          </a:p>
          <a:p>
            <a:pPr>
              <a:defRPr sz="1200" b="1"/>
            </a:pPr>
            <a:r>
              <a:rPr lang="en-US" sz="1700"/>
              <a:t>Acceptance Criteria: </a:t>
            </a:r>
          </a:p>
          <a:p>
            <a:pPr lvl="1">
              <a:defRPr sz="1100"/>
            </a:pPr>
            <a:r>
              <a:rPr lang="en-US" sz="1700"/>
              <a:t>- Session terminated</a:t>
            </a:r>
          </a:p>
          <a:p>
            <a:pPr lvl="1">
              <a:defRPr sz="1100"/>
            </a:pPr>
            <a:r>
              <a:rPr lang="en-US" sz="1700"/>
              <a:t>- Redirect to login</a:t>
            </a:r>
          </a:p>
          <a:p>
            <a:pPr lvl="1">
              <a:defRPr sz="1100"/>
            </a:pPr>
            <a:r>
              <a:rPr lang="en-US" sz="1700"/>
              <a:t>- Weather data inaccessible</a:t>
            </a:r>
          </a:p>
          <a:p>
            <a:pPr>
              <a:defRPr sz="1200" b="1"/>
            </a:pPr>
            <a:r>
              <a:rPr lang="en-US" sz="1700"/>
              <a:t>Initiating Event: User selects 'Logout'</a:t>
            </a:r>
          </a:p>
          <a:p>
            <a:pPr>
              <a:defRPr sz="1200" b="1"/>
            </a:pPr>
            <a:r>
              <a:rPr lang="en-US" sz="1700"/>
              <a:t>Memory Context: Active login session exists</a:t>
            </a:r>
          </a:p>
          <a:p>
            <a:pPr>
              <a:defRPr sz="1200" b="1"/>
            </a:pPr>
            <a:r>
              <a:rPr lang="en-US" sz="1700"/>
              <a:t>Observable Result: User logged out successfully</a:t>
            </a:r>
          </a:p>
          <a:p>
            <a:pPr>
              <a:defRPr sz="1200" b="1"/>
            </a:pPr>
            <a:r>
              <a:rPr lang="en-US" sz="1700"/>
              <a:t>Related Stories: Login</a:t>
            </a:r>
          </a:p>
          <a:p>
            <a:pPr>
              <a:defRPr sz="1200" b="1"/>
            </a:pPr>
            <a:r>
              <a:rPr lang="en-US" sz="1700"/>
              <a:t>Risk Factor: 1 (Low)</a:t>
            </a:r>
          </a:p>
          <a:p>
            <a:pPr>
              <a:defRPr sz="1200" b="1"/>
            </a:pPr>
            <a:r>
              <a:rPr lang="en-US" sz="1700"/>
              <a:t>Functional Tests: </a:t>
            </a:r>
          </a:p>
          <a:p>
            <a:pPr lvl="1">
              <a:defRPr sz="1100"/>
            </a:pPr>
            <a:r>
              <a:rPr lang="en-US" sz="1700"/>
              <a:t>- Logout ends session</a:t>
            </a:r>
          </a:p>
          <a:p>
            <a:pPr lvl="1">
              <a:defRPr sz="1100"/>
            </a:pPr>
            <a:r>
              <a:rPr lang="en-US" sz="1700"/>
              <a:t>- Redirect to login screen</a:t>
            </a:r>
          </a:p>
          <a:p>
            <a:pPr lvl="1">
              <a:defRPr sz="1100"/>
            </a:pPr>
            <a:r>
              <a:rPr lang="en-US" sz="1700"/>
              <a:t>- Access blocked after logout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Story: Login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en-US" sz="1700" dirty="0"/>
          </a:p>
          <a:p>
            <a:pPr>
              <a:lnSpc>
                <a:spcPct val="90000"/>
              </a:lnSpc>
              <a:defRPr sz="1200" b="1"/>
            </a:pPr>
            <a:r>
              <a:rPr lang="en-US" sz="1700" dirty="0"/>
              <a:t>Task Description: User enters credentials to access personalized weather services.</a:t>
            </a:r>
          </a:p>
          <a:p>
            <a:pPr>
              <a:lnSpc>
                <a:spcPct val="90000"/>
              </a:lnSpc>
              <a:defRPr sz="1200" b="1"/>
            </a:pPr>
            <a:r>
              <a:rPr lang="en-US" sz="1700" dirty="0"/>
              <a:t>Acceptance Criteria: </a:t>
            </a:r>
          </a:p>
          <a:p>
            <a:pPr lvl="1">
              <a:lnSpc>
                <a:spcPct val="90000"/>
              </a:lnSpc>
              <a:defRPr sz="1100"/>
            </a:pPr>
            <a:r>
              <a:rPr lang="en-US" sz="1700" dirty="0"/>
              <a:t>Valid credentials → login successful</a:t>
            </a:r>
          </a:p>
          <a:p>
            <a:pPr lvl="1">
              <a:lnSpc>
                <a:spcPct val="90000"/>
              </a:lnSpc>
              <a:defRPr sz="1100"/>
            </a:pPr>
            <a:r>
              <a:rPr lang="en-US" sz="1700" dirty="0"/>
              <a:t>Invalid credentials → error message</a:t>
            </a:r>
          </a:p>
          <a:p>
            <a:pPr lvl="1">
              <a:lnSpc>
                <a:spcPct val="90000"/>
              </a:lnSpc>
              <a:defRPr sz="1100"/>
            </a:pPr>
            <a:r>
              <a:rPr lang="en-US" sz="1700" dirty="0"/>
              <a:t>Session persists until logout</a:t>
            </a:r>
          </a:p>
          <a:p>
            <a:pPr>
              <a:lnSpc>
                <a:spcPct val="90000"/>
              </a:lnSpc>
              <a:defRPr sz="1200" b="1"/>
            </a:pPr>
            <a:r>
              <a:rPr lang="en-US" sz="1700" dirty="0"/>
              <a:t>Initiating Event: User selects 'Login' from start screen</a:t>
            </a:r>
          </a:p>
          <a:p>
            <a:pPr>
              <a:lnSpc>
                <a:spcPct val="90000"/>
              </a:lnSpc>
              <a:defRPr sz="1200" b="1"/>
            </a:pPr>
            <a:r>
              <a:rPr lang="en-US" sz="1700" dirty="0"/>
              <a:t>Memory Context: No active session; account exists in DB</a:t>
            </a:r>
          </a:p>
          <a:p>
            <a:pPr>
              <a:lnSpc>
                <a:spcPct val="90000"/>
              </a:lnSpc>
              <a:defRPr sz="1200" b="1"/>
            </a:pPr>
            <a:r>
              <a:rPr lang="en-US" sz="1700" dirty="0"/>
              <a:t>Observable Result: Access granted or error shown</a:t>
            </a:r>
          </a:p>
          <a:p>
            <a:pPr>
              <a:lnSpc>
                <a:spcPct val="90000"/>
              </a:lnSpc>
              <a:defRPr sz="1200" b="1"/>
            </a:pPr>
            <a:r>
              <a:rPr lang="en-US" sz="1700" dirty="0"/>
              <a:t>Related Stories: Forgot Password, Logout</a:t>
            </a:r>
          </a:p>
          <a:p>
            <a:pPr>
              <a:lnSpc>
                <a:spcPct val="90000"/>
              </a:lnSpc>
              <a:defRPr sz="1200" b="1"/>
            </a:pPr>
            <a:r>
              <a:rPr lang="en-US" sz="1700" dirty="0"/>
              <a:t>Risk Factor: 2 (Medium)</a:t>
            </a:r>
          </a:p>
          <a:p>
            <a:pPr>
              <a:lnSpc>
                <a:spcPct val="90000"/>
              </a:lnSpc>
              <a:defRPr sz="1200" b="1"/>
            </a:pPr>
            <a:r>
              <a:rPr lang="en-US" sz="1700" dirty="0"/>
              <a:t>Functional Tests: </a:t>
            </a:r>
          </a:p>
          <a:p>
            <a:pPr lvl="1">
              <a:lnSpc>
                <a:spcPct val="90000"/>
              </a:lnSpc>
              <a:defRPr sz="1100"/>
            </a:pPr>
            <a:r>
              <a:rPr lang="en-US" sz="1700" dirty="0"/>
              <a:t>- Valid login → success</a:t>
            </a:r>
          </a:p>
          <a:p>
            <a:pPr lvl="1">
              <a:lnSpc>
                <a:spcPct val="90000"/>
              </a:lnSpc>
              <a:defRPr sz="1100"/>
            </a:pPr>
            <a:r>
              <a:rPr lang="en-US" sz="1700" dirty="0"/>
              <a:t>- Invalid password → error</a:t>
            </a:r>
          </a:p>
          <a:p>
            <a:pPr lvl="1">
              <a:lnSpc>
                <a:spcPct val="90000"/>
              </a:lnSpc>
              <a:defRPr sz="1100"/>
            </a:pPr>
            <a:r>
              <a:rPr lang="en-US" sz="1700" dirty="0"/>
              <a:t>- Unregistered email → error</a:t>
            </a:r>
          </a:p>
          <a:p>
            <a:pPr lvl="1">
              <a:lnSpc>
                <a:spcPct val="90000"/>
              </a:lnSpc>
              <a:defRPr sz="1100"/>
            </a:pPr>
            <a:r>
              <a:rPr lang="en-US" sz="1700" dirty="0"/>
              <a:t>- Session persists until logout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Story: Forgot Password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endParaRPr lang="en-US" sz="1700" dirty="0"/>
          </a:p>
          <a:p>
            <a:pPr>
              <a:defRPr sz="1200" b="1"/>
            </a:pPr>
            <a:r>
              <a:rPr lang="en-US" sz="1700" dirty="0"/>
              <a:t>Task Description: Allow user to reset password via email if forgotten.</a:t>
            </a:r>
          </a:p>
          <a:p>
            <a:pPr>
              <a:defRPr sz="1200" b="1"/>
            </a:pPr>
            <a:r>
              <a:rPr lang="en-US" sz="1700" dirty="0"/>
              <a:t>Acceptance Criteria: </a:t>
            </a:r>
          </a:p>
          <a:p>
            <a:pPr lvl="1">
              <a:defRPr sz="1100"/>
            </a:pPr>
            <a:r>
              <a:rPr lang="en-US" sz="1700" dirty="0"/>
              <a:t>Reset link sent to registered email</a:t>
            </a:r>
          </a:p>
          <a:p>
            <a:pPr lvl="1">
              <a:defRPr sz="1100"/>
            </a:pPr>
            <a:r>
              <a:rPr lang="en-US" sz="1700" dirty="0"/>
              <a:t>Link valid for 24 hours</a:t>
            </a:r>
          </a:p>
          <a:p>
            <a:pPr lvl="1">
              <a:defRPr sz="1100"/>
            </a:pPr>
            <a:r>
              <a:rPr lang="en-US" sz="1700"/>
              <a:t>User </a:t>
            </a:r>
            <a:r>
              <a:rPr lang="en-US" sz="1700" dirty="0"/>
              <a:t>sets secure new password</a:t>
            </a:r>
          </a:p>
          <a:p>
            <a:pPr>
              <a:defRPr sz="1200" b="1"/>
            </a:pPr>
            <a:r>
              <a:rPr lang="en-US" sz="1700" dirty="0"/>
              <a:t>Initiating Event: User selects 'Forgot Password' from login</a:t>
            </a:r>
          </a:p>
          <a:p>
            <a:pPr>
              <a:defRPr sz="1200" b="1"/>
            </a:pPr>
            <a:r>
              <a:rPr lang="en-US" sz="1700" dirty="0"/>
              <a:t>Memory Context: User email exists in system</a:t>
            </a:r>
          </a:p>
          <a:p>
            <a:pPr>
              <a:defRPr sz="1200" b="1"/>
            </a:pPr>
            <a:r>
              <a:rPr lang="en-US" sz="1700" dirty="0"/>
              <a:t>Observable Result: Password reset or error</a:t>
            </a:r>
          </a:p>
          <a:p>
            <a:pPr>
              <a:defRPr sz="1200" b="1"/>
            </a:pPr>
            <a:r>
              <a:rPr lang="en-US" sz="1700" dirty="0"/>
              <a:t>Related Stories: Login</a:t>
            </a:r>
          </a:p>
          <a:p>
            <a:pPr>
              <a:defRPr sz="1200" b="1"/>
            </a:pPr>
            <a:r>
              <a:rPr lang="en-US" sz="1700" dirty="0"/>
              <a:t>Risk Factor: 2 (Medium)</a:t>
            </a:r>
          </a:p>
          <a:p>
            <a:pPr>
              <a:defRPr sz="1200" b="1"/>
            </a:pPr>
            <a:r>
              <a:rPr lang="en-US" sz="1700" dirty="0"/>
              <a:t>Functional Tests: </a:t>
            </a:r>
          </a:p>
          <a:p>
            <a:pPr lvl="1">
              <a:defRPr sz="1100"/>
            </a:pPr>
            <a:r>
              <a:rPr lang="en-US" sz="1700" dirty="0"/>
              <a:t>- Valid email → reset link sent</a:t>
            </a:r>
          </a:p>
          <a:p>
            <a:pPr lvl="1">
              <a:defRPr sz="1100"/>
            </a:pPr>
            <a:r>
              <a:rPr lang="en-US" sz="1700" dirty="0"/>
              <a:t>- Unregistered email → error</a:t>
            </a:r>
          </a:p>
          <a:p>
            <a:pPr lvl="1">
              <a:defRPr sz="1100"/>
            </a:pPr>
            <a:r>
              <a:rPr lang="en-US" sz="1700" dirty="0"/>
              <a:t>- Expired link → error</a:t>
            </a:r>
          </a:p>
          <a:p>
            <a:pPr lvl="1">
              <a:defRPr sz="1100"/>
            </a:pPr>
            <a:r>
              <a:rPr lang="en-US" sz="1700" dirty="0"/>
              <a:t>- New password updates successfully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3FAEE4-AA6C-607C-1B4E-95CEB3236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F6C68-3A59-AAB0-C7D1-E83526438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031" y="2932579"/>
            <a:ext cx="2160621" cy="2303930"/>
          </a:xfrm>
        </p:spPr>
        <p:txBody>
          <a:bodyPr anchor="t">
            <a:normAutofit/>
          </a:bodyPr>
          <a:lstStyle/>
          <a:p>
            <a:pPr algn="l"/>
            <a:r>
              <a:rPr lang="en-US" sz="3000">
                <a:solidFill>
                  <a:srgbClr val="FFFFFF"/>
                </a:solidFill>
                <a:latin typeface="Aptos"/>
              </a:rPr>
              <a:t>Use Case Diagram</a:t>
            </a:r>
            <a:endParaRPr lang="en-US" sz="3000">
              <a:solidFill>
                <a:srgbClr val="FFFFFF"/>
              </a:solidFill>
            </a:endParaRPr>
          </a:p>
        </p:txBody>
      </p:sp>
      <p:pic>
        <p:nvPicPr>
          <p:cNvPr id="4" name="Picture 3" descr="A diagram of a weather application&#10;&#10;AI-generated content may be incorrect.">
            <a:extLst>
              <a:ext uri="{FF2B5EF4-FFF2-40B4-BE49-F238E27FC236}">
                <a16:creationId xmlns:a16="http://schemas.microsoft.com/office/drawing/2014/main" id="{EE92F0E3-D86F-F38E-F63E-FFA8EA1D8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821" y="1715143"/>
            <a:ext cx="5419311" cy="3427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403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94FE3B-6610-DC4F-3DFD-396476109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CBB5D-0A49-07D0-B785-6B975AC901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031" y="2932579"/>
            <a:ext cx="2160621" cy="2303930"/>
          </a:xfrm>
        </p:spPr>
        <p:txBody>
          <a:bodyPr anchor="t">
            <a:normAutofit/>
          </a:bodyPr>
          <a:lstStyle/>
          <a:p>
            <a:pPr algn="l"/>
            <a:r>
              <a:rPr lang="en-US" sz="3000">
                <a:solidFill>
                  <a:srgbClr val="FFFFFF"/>
                </a:solidFill>
                <a:latin typeface="Aptos"/>
              </a:rPr>
              <a:t>Class Diagrams</a:t>
            </a:r>
            <a:endParaRPr lang="en-US" sz="3000">
              <a:solidFill>
                <a:srgbClr val="FFFFFF"/>
              </a:solidFill>
            </a:endParaRPr>
          </a:p>
        </p:txBody>
      </p:sp>
      <p:pic>
        <p:nvPicPr>
          <p:cNvPr id="4" name="Picture 3" descr="A diagram of a program&#10;&#10;AI-generated content may be incorrect.">
            <a:extLst>
              <a:ext uri="{FF2B5EF4-FFF2-40B4-BE49-F238E27FC236}">
                <a16:creationId xmlns:a16="http://schemas.microsoft.com/office/drawing/2014/main" id="{361C5848-ECB2-A316-A4A0-F302D5F04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821" y="1667725"/>
            <a:ext cx="5419311" cy="3522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671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1700"/>
          </a:p>
          <a:p>
            <a:pPr marL="0" indent="0">
              <a:buNone/>
            </a:pPr>
            <a:endParaRPr lang="en-US" sz="1700"/>
          </a:p>
          <a:p>
            <a:pPr marL="0" indent="0">
              <a:buNone/>
            </a:pPr>
            <a:endParaRPr lang="en-US" sz="1700"/>
          </a:p>
          <a:p>
            <a:pPr marL="0" indent="0">
              <a:buNone/>
            </a:pPr>
            <a:r>
              <a:rPr lang="en-US" sz="1700"/>
              <a:t>Questions?</a:t>
            </a:r>
          </a:p>
        </p:txBody>
      </p:sp>
      <p:pic>
        <p:nvPicPr>
          <p:cNvPr id="5" name="Picture 4" descr="Yellow question mark">
            <a:extLst>
              <a:ext uri="{FF2B5EF4-FFF2-40B4-BE49-F238E27FC236}">
                <a16:creationId xmlns:a16="http://schemas.microsoft.com/office/drawing/2014/main" id="{C0D04658-D04D-881C-27E9-6EDD02F1B9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452" r="12503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207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Story: View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endParaRPr lang="en-US" sz="1700"/>
          </a:p>
          <a:p>
            <a:pPr>
              <a:defRPr sz="1200" b="1"/>
            </a:pPr>
            <a:r>
              <a:rPr lang="en-US" sz="1700"/>
              <a:t>Task Description: Display current day's forecast.</a:t>
            </a:r>
          </a:p>
          <a:p>
            <a:pPr>
              <a:defRPr sz="1200" b="1"/>
            </a:pPr>
            <a:r>
              <a:rPr lang="en-US" sz="1700"/>
              <a:t>Acceptance Criteria: </a:t>
            </a:r>
          </a:p>
          <a:p>
            <a:pPr lvl="1">
              <a:defRPr sz="1100"/>
            </a:pPr>
            <a:r>
              <a:rPr lang="en-US" sz="1700"/>
              <a:t>- Show temperature, condition, humidity</a:t>
            </a:r>
          </a:p>
          <a:p>
            <a:pPr lvl="1">
              <a:defRPr sz="1100"/>
            </a:pPr>
            <a:r>
              <a:rPr lang="en-US" sz="1700"/>
              <a:t>- Show sunrise &amp; sunset times</a:t>
            </a:r>
          </a:p>
          <a:p>
            <a:pPr lvl="1">
              <a:defRPr sz="1100"/>
            </a:pPr>
            <a:r>
              <a:rPr lang="en-US" sz="1700"/>
              <a:t>- Update when refreshed</a:t>
            </a:r>
          </a:p>
          <a:p>
            <a:pPr>
              <a:defRPr sz="1200" b="1"/>
            </a:pPr>
            <a:r>
              <a:rPr lang="en-US" sz="1700"/>
              <a:t>Initiating Event: User selects 'Today' from menu</a:t>
            </a:r>
          </a:p>
          <a:p>
            <a:pPr>
              <a:defRPr sz="1200" b="1"/>
            </a:pPr>
            <a:r>
              <a:rPr lang="en-US" sz="1700"/>
              <a:t>Memory Context: Forecast data cached or available via API</a:t>
            </a:r>
          </a:p>
          <a:p>
            <a:pPr>
              <a:defRPr sz="1200" b="1"/>
            </a:pPr>
            <a:r>
              <a:rPr lang="en-US" sz="1700"/>
              <a:t>Observable Result: Today's forecast displayed</a:t>
            </a:r>
          </a:p>
          <a:p>
            <a:pPr>
              <a:defRPr sz="1200" b="1"/>
            </a:pPr>
            <a:r>
              <a:rPr lang="en-US" sz="1700"/>
              <a:t>Related Stories: View Hourly, View Weekly, Fetch Forecast</a:t>
            </a:r>
          </a:p>
          <a:p>
            <a:pPr>
              <a:defRPr sz="1200" b="1"/>
            </a:pPr>
            <a:r>
              <a:rPr lang="en-US" sz="1700"/>
              <a:t>Risk Factor: 1 (Low)</a:t>
            </a:r>
          </a:p>
          <a:p>
            <a:pPr>
              <a:defRPr sz="1200" b="1"/>
            </a:pPr>
            <a:r>
              <a:rPr lang="en-US" sz="1700"/>
              <a:t>Functional Tests: </a:t>
            </a:r>
          </a:p>
          <a:p>
            <a:pPr lvl="1">
              <a:defRPr sz="1100"/>
            </a:pPr>
            <a:r>
              <a:rPr lang="en-US" sz="1700"/>
              <a:t>- API available → forecast shown</a:t>
            </a:r>
          </a:p>
          <a:p>
            <a:pPr lvl="1">
              <a:defRPr sz="1100"/>
            </a:pPr>
            <a:r>
              <a:rPr lang="en-US" sz="1700"/>
              <a:t>- No network → cached data/fallback</a:t>
            </a:r>
          </a:p>
          <a:p>
            <a:pPr lvl="1">
              <a:defRPr sz="1100"/>
            </a:pPr>
            <a:r>
              <a:rPr lang="en-US" sz="1700"/>
              <a:t>- Data updates after refresh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Story: View Hourly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endParaRPr lang="en-US" sz="1700"/>
          </a:p>
          <a:p>
            <a:pPr>
              <a:defRPr sz="1200" b="1"/>
            </a:pPr>
            <a:r>
              <a:rPr lang="en-US" sz="1700"/>
              <a:t>Task Description: Display hourly forecast for today.</a:t>
            </a:r>
          </a:p>
          <a:p>
            <a:pPr>
              <a:defRPr sz="1200" b="1"/>
            </a:pPr>
            <a:r>
              <a:rPr lang="en-US" sz="1700"/>
              <a:t>Acceptance Criteria: </a:t>
            </a:r>
          </a:p>
          <a:p>
            <a:pPr lvl="1">
              <a:defRPr sz="1100"/>
            </a:pPr>
            <a:r>
              <a:rPr lang="en-US" sz="1700"/>
              <a:t>- Hourly temp, precipitation, condition</a:t>
            </a:r>
          </a:p>
          <a:p>
            <a:pPr lvl="1">
              <a:defRPr sz="1100"/>
            </a:pPr>
            <a:r>
              <a:rPr lang="en-US" sz="1700"/>
              <a:t>- Cover next 12–24 hours</a:t>
            </a:r>
          </a:p>
          <a:p>
            <a:pPr lvl="1">
              <a:defRPr sz="1100"/>
            </a:pPr>
            <a:r>
              <a:rPr lang="en-US" sz="1700"/>
              <a:t>- Update on refresh</a:t>
            </a:r>
          </a:p>
          <a:p>
            <a:pPr>
              <a:defRPr sz="1200" b="1"/>
            </a:pPr>
            <a:r>
              <a:rPr lang="en-US" sz="1700"/>
              <a:t>Initiating Event: User selects 'Hourly' from menu</a:t>
            </a:r>
          </a:p>
          <a:p>
            <a:pPr>
              <a:defRPr sz="1200" b="1"/>
            </a:pPr>
            <a:r>
              <a:rPr lang="en-US" sz="1700"/>
              <a:t>Memory Context: Hourly data available in API</a:t>
            </a:r>
          </a:p>
          <a:p>
            <a:pPr>
              <a:defRPr sz="1200" b="1"/>
            </a:pPr>
            <a:r>
              <a:rPr lang="en-US" sz="1700"/>
              <a:t>Observable Result: Hourly forecast displayed</a:t>
            </a:r>
          </a:p>
          <a:p>
            <a:pPr>
              <a:defRPr sz="1200" b="1"/>
            </a:pPr>
            <a:r>
              <a:rPr lang="en-US" sz="1700"/>
              <a:t>Related Stories: View Today, Fetch Forecast</a:t>
            </a:r>
          </a:p>
          <a:p>
            <a:pPr>
              <a:defRPr sz="1200" b="1"/>
            </a:pPr>
            <a:r>
              <a:rPr lang="en-US" sz="1700"/>
              <a:t>Risk Factor: 2 (Medium)</a:t>
            </a:r>
          </a:p>
          <a:p>
            <a:pPr>
              <a:defRPr sz="1200" b="1"/>
            </a:pPr>
            <a:r>
              <a:rPr lang="en-US" sz="1700"/>
              <a:t>Functional Tests: </a:t>
            </a:r>
          </a:p>
          <a:p>
            <a:pPr lvl="1">
              <a:defRPr sz="1100"/>
            </a:pPr>
            <a:r>
              <a:rPr lang="en-US" sz="1700"/>
              <a:t>- 12–24 hour slots displayed</a:t>
            </a:r>
          </a:p>
          <a:p>
            <a:pPr lvl="1">
              <a:defRPr sz="1100"/>
            </a:pPr>
            <a:r>
              <a:rPr lang="en-US" sz="1700"/>
              <a:t>- Correct icons per condition</a:t>
            </a:r>
          </a:p>
          <a:p>
            <a:pPr lvl="1">
              <a:defRPr sz="1100"/>
            </a:pPr>
            <a:r>
              <a:rPr lang="en-US" sz="1700"/>
              <a:t>- Data updates after refresh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Story: Fetch Forecast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endParaRPr lang="en-US" sz="1700"/>
          </a:p>
          <a:p>
            <a:pPr>
              <a:defRPr sz="1200" b="1"/>
            </a:pPr>
            <a:r>
              <a:rPr lang="en-US" sz="1700"/>
              <a:t>Task Description: System fetches updated weather data.</a:t>
            </a:r>
          </a:p>
          <a:p>
            <a:pPr>
              <a:defRPr sz="1200" b="1"/>
            </a:pPr>
            <a:r>
              <a:rPr lang="en-US" sz="1700"/>
              <a:t>Acceptance Criteria: </a:t>
            </a:r>
          </a:p>
          <a:p>
            <a:pPr lvl="1">
              <a:defRPr sz="1100"/>
            </a:pPr>
            <a:r>
              <a:rPr lang="en-US" sz="1700"/>
              <a:t>- Fetch at app launch</a:t>
            </a:r>
          </a:p>
          <a:p>
            <a:pPr lvl="1">
              <a:defRPr sz="1100"/>
            </a:pPr>
            <a:r>
              <a:rPr lang="en-US" sz="1700"/>
              <a:t>- Fetch on refresh</a:t>
            </a:r>
          </a:p>
          <a:p>
            <a:pPr lvl="1">
              <a:defRPr sz="1100"/>
            </a:pPr>
            <a:r>
              <a:rPr lang="en-US" sz="1700"/>
              <a:t>- Cache for offline</a:t>
            </a:r>
          </a:p>
          <a:p>
            <a:pPr>
              <a:defRPr sz="1200" b="1"/>
            </a:pPr>
            <a:r>
              <a:rPr lang="en-US" sz="1700"/>
              <a:t>Initiating Event: App launch or refresh action</a:t>
            </a:r>
          </a:p>
          <a:p>
            <a:pPr>
              <a:defRPr sz="1200" b="1"/>
            </a:pPr>
            <a:r>
              <a:rPr lang="en-US" sz="1700"/>
              <a:t>Memory Context: Cached data may exist</a:t>
            </a:r>
          </a:p>
          <a:p>
            <a:pPr>
              <a:defRPr sz="1200" b="1"/>
            </a:pPr>
            <a:r>
              <a:rPr lang="en-US" sz="1700"/>
              <a:t>Observable Result: Latest forecast or fallback</a:t>
            </a:r>
          </a:p>
          <a:p>
            <a:pPr>
              <a:defRPr sz="1200" b="1"/>
            </a:pPr>
            <a:r>
              <a:rPr lang="en-US" sz="1700"/>
              <a:t>Related Stories: View Today, View Hourly, View Weekly</a:t>
            </a:r>
          </a:p>
          <a:p>
            <a:pPr>
              <a:defRPr sz="1200" b="1"/>
            </a:pPr>
            <a:r>
              <a:rPr lang="en-US" sz="1700"/>
              <a:t>Risk Factor: 3 (High) – dependent on API</a:t>
            </a:r>
          </a:p>
          <a:p>
            <a:pPr>
              <a:defRPr sz="1200" b="1"/>
            </a:pPr>
            <a:r>
              <a:rPr lang="en-US" sz="1700"/>
              <a:t>Functional Tests: </a:t>
            </a:r>
          </a:p>
          <a:p>
            <a:pPr lvl="1">
              <a:defRPr sz="1100"/>
            </a:pPr>
            <a:r>
              <a:rPr lang="en-US" sz="1700"/>
              <a:t>- API available → latest data shown</a:t>
            </a:r>
          </a:p>
          <a:p>
            <a:pPr lvl="1">
              <a:defRPr sz="1100"/>
            </a:pPr>
            <a:r>
              <a:rPr lang="en-US" sz="1700"/>
              <a:t>- API unavailable → cached data shown</a:t>
            </a:r>
          </a:p>
          <a:p>
            <a:pPr lvl="1">
              <a:defRPr sz="1100"/>
            </a:pPr>
            <a:r>
              <a:rPr lang="en-US" sz="1700"/>
              <a:t>- Offline → cached data or fallback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Story: View Weekly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endParaRPr lang="en-US" sz="1700"/>
          </a:p>
          <a:p>
            <a:pPr>
              <a:defRPr sz="1200" b="1"/>
            </a:pPr>
            <a:r>
              <a:rPr lang="en-US" sz="1700"/>
              <a:t>Task Description: Display 7-day forecast.</a:t>
            </a:r>
          </a:p>
          <a:p>
            <a:pPr>
              <a:defRPr sz="1200" b="1"/>
            </a:pPr>
            <a:r>
              <a:rPr lang="en-US" sz="1700"/>
              <a:t>Acceptance Criteria: </a:t>
            </a:r>
          </a:p>
          <a:p>
            <a:pPr lvl="1">
              <a:defRPr sz="1100"/>
            </a:pPr>
            <a:r>
              <a:rPr lang="en-US" sz="1700"/>
              <a:t>- Min &amp; max temps per day</a:t>
            </a:r>
          </a:p>
          <a:p>
            <a:pPr lvl="1">
              <a:defRPr sz="1100"/>
            </a:pPr>
            <a:r>
              <a:rPr lang="en-US" sz="1700"/>
              <a:t>- Daily sunrise &amp; sunset</a:t>
            </a:r>
          </a:p>
          <a:p>
            <a:pPr lvl="1">
              <a:defRPr sz="1100"/>
            </a:pPr>
            <a:r>
              <a:rPr lang="en-US" sz="1700"/>
              <a:t>- Condition icons</a:t>
            </a:r>
          </a:p>
          <a:p>
            <a:pPr lvl="1">
              <a:defRPr sz="1100"/>
            </a:pPr>
            <a:r>
              <a:rPr lang="en-US" sz="1700"/>
              <a:t>- Covers 7 days</a:t>
            </a:r>
          </a:p>
          <a:p>
            <a:pPr>
              <a:defRPr sz="1200" b="1"/>
            </a:pPr>
            <a:r>
              <a:rPr lang="en-US" sz="1700"/>
              <a:t>Initiating Event: User selects 'Weekly' from menu</a:t>
            </a:r>
          </a:p>
          <a:p>
            <a:pPr>
              <a:defRPr sz="1200" b="1"/>
            </a:pPr>
            <a:r>
              <a:rPr lang="en-US" sz="1700"/>
              <a:t>Memory Context: Weekly data in API</a:t>
            </a:r>
          </a:p>
          <a:p>
            <a:pPr>
              <a:defRPr sz="1200" b="1"/>
            </a:pPr>
            <a:r>
              <a:rPr lang="en-US" sz="1700"/>
              <a:t>Observable Result: 7-day forecast displayed</a:t>
            </a:r>
          </a:p>
          <a:p>
            <a:pPr>
              <a:defRPr sz="1200" b="1"/>
            </a:pPr>
            <a:r>
              <a:rPr lang="en-US" sz="1700"/>
              <a:t>Related Stories: View Today, Fetch Forecast</a:t>
            </a:r>
          </a:p>
          <a:p>
            <a:pPr>
              <a:defRPr sz="1200" b="1"/>
            </a:pPr>
            <a:r>
              <a:rPr lang="en-US" sz="1700"/>
              <a:t>Risk Factor: 1 (Low)</a:t>
            </a:r>
          </a:p>
          <a:p>
            <a:pPr>
              <a:defRPr sz="1200" b="1"/>
            </a:pPr>
            <a:r>
              <a:rPr lang="en-US" sz="1700"/>
              <a:t>Functional Tests: </a:t>
            </a:r>
          </a:p>
          <a:p>
            <a:pPr lvl="1">
              <a:defRPr sz="1100"/>
            </a:pPr>
            <a:r>
              <a:rPr lang="en-US" sz="1700"/>
              <a:t>- Exactly 7 days displayed</a:t>
            </a:r>
          </a:p>
          <a:p>
            <a:pPr lvl="1">
              <a:defRPr sz="1100"/>
            </a:pPr>
            <a:r>
              <a:rPr lang="en-US" sz="1700"/>
              <a:t>- Each entry has min/max, sunrise/sunset, condition</a:t>
            </a:r>
          </a:p>
          <a:p>
            <a:pPr lvl="1">
              <a:defRPr sz="1100"/>
            </a:pPr>
            <a:r>
              <a:rPr lang="en-US" sz="1700"/>
              <a:t>- Data updates after refresh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abe32f68-c72d-420d-b5bd-750c63a268e4}" enabled="0" method="" siteId="{abe32f68-c72d-420d-b5bd-750c63a268e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731</Words>
  <Application>Microsoft Macintosh PowerPoint</Application>
  <PresentationFormat>On-screen Show (4:3)</PresentationFormat>
  <Paragraphs>142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Weather Forecast Mobile Application</vt:lpstr>
      <vt:lpstr>Problem Statement</vt:lpstr>
      <vt:lpstr>Solution / Concept</vt:lpstr>
      <vt:lpstr>WeatherApp Story Cards</vt:lpstr>
      <vt:lpstr>Story: Logout</vt:lpstr>
      <vt:lpstr>Story: Login</vt:lpstr>
      <vt:lpstr>Story: Forgot Password</vt:lpstr>
      <vt:lpstr>Use Case Diagram</vt:lpstr>
      <vt:lpstr>Class Diagrams</vt:lpstr>
      <vt:lpstr>Q&amp;A</vt:lpstr>
      <vt:lpstr>Story: View Today</vt:lpstr>
      <vt:lpstr>Story: View Hourly</vt:lpstr>
      <vt:lpstr>Story: Fetch Forecast</vt:lpstr>
      <vt:lpstr>Story: View Weekly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Vashiri, James</cp:lastModifiedBy>
  <cp:revision>21</cp:revision>
  <dcterms:created xsi:type="dcterms:W3CDTF">2013-01-27T09:14:16Z</dcterms:created>
  <dcterms:modified xsi:type="dcterms:W3CDTF">2025-10-07T00:33:36Z</dcterms:modified>
  <cp:category/>
</cp:coreProperties>
</file>